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7"/>
  </p:notesMasterIdLst>
  <p:sldIdLst>
    <p:sldId id="6717" r:id="rId2"/>
    <p:sldId id="6718" r:id="rId3"/>
    <p:sldId id="6719" r:id="rId4"/>
    <p:sldId id="6720" r:id="rId5"/>
    <p:sldId id="672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F11B41-45A5-2241-6B6C-52B5FD2D9ABF}" name="Emily Brown (Arcus)" initials="EB(" userId="S::ebrown@arcusbio.com::44e51855-33fd-492e-ad63-d52ed250d9dd" providerId="AD"/>
  <p188:author id="{B3416DF1-F3B0-E66A-7527-DB9512CFD571}" name="Mia Zang (Arcus)" initials="MZ(" userId="S::mzang@arcusbio.com::94d93034-054b-434a-95ee-e6ccf82eb5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DFA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a Zang (Arcus)" userId="94d93034-054b-434a-95ee-e6ccf82eb5c4" providerId="ADAL" clId="{A3D0A9D9-63FF-533B-BFFB-78F62C3B0C0C}"/>
    <pc:docChg chg="undo custSel addSld delSld modSld">
      <pc:chgData name="Mia Zang (Arcus)" userId="94d93034-054b-434a-95ee-e6ccf82eb5c4" providerId="ADAL" clId="{A3D0A9D9-63FF-533B-BFFB-78F62C3B0C0C}" dt="2026-07-23T15:20:28.463" v="5317" actId="20577"/>
      <pc:docMkLst>
        <pc:docMk/>
      </pc:docMkLst>
      <pc:sldChg chg="del">
        <pc:chgData name="Mia Zang (Arcus)" userId="94d93034-054b-434a-95ee-e6ccf82eb5c4" providerId="ADAL" clId="{A3D0A9D9-63FF-533B-BFFB-78F62C3B0C0C}" dt="2026-07-22T17:53:06.417" v="3236" actId="2696"/>
        <pc:sldMkLst>
          <pc:docMk/>
          <pc:sldMk cId="2096607056" sldId="6058"/>
        </pc:sldMkLst>
      </pc:sldChg>
      <pc:sldChg chg="del">
        <pc:chgData name="Mia Zang (Arcus)" userId="94d93034-054b-434a-95ee-e6ccf82eb5c4" providerId="ADAL" clId="{A3D0A9D9-63FF-533B-BFFB-78F62C3B0C0C}" dt="2026-07-22T18:03:00.258" v="3532" actId="2696"/>
        <pc:sldMkLst>
          <pc:docMk/>
          <pc:sldMk cId="3082419342" sldId="6707"/>
        </pc:sldMkLst>
      </pc:sldChg>
      <pc:sldChg chg="del">
        <pc:chgData name="Mia Zang (Arcus)" userId="94d93034-054b-434a-95ee-e6ccf82eb5c4" providerId="ADAL" clId="{A3D0A9D9-63FF-533B-BFFB-78F62C3B0C0C}" dt="2026-07-22T17:53:04.517" v="3235" actId="2696"/>
        <pc:sldMkLst>
          <pc:docMk/>
          <pc:sldMk cId="2026491989" sldId="6708"/>
        </pc:sldMkLst>
      </pc:sldChg>
      <pc:sldChg chg="del">
        <pc:chgData name="Mia Zang (Arcus)" userId="94d93034-054b-434a-95ee-e6ccf82eb5c4" providerId="ADAL" clId="{A3D0A9D9-63FF-533B-BFFB-78F62C3B0C0C}" dt="2026-07-22T17:53:01.036" v="3234" actId="2696"/>
        <pc:sldMkLst>
          <pc:docMk/>
          <pc:sldMk cId="4145157078" sldId="6709"/>
        </pc:sldMkLst>
      </pc:sldChg>
      <pc:sldChg chg="del">
        <pc:chgData name="Mia Zang (Arcus)" userId="94d93034-054b-434a-95ee-e6ccf82eb5c4" providerId="ADAL" clId="{A3D0A9D9-63FF-533B-BFFB-78F62C3B0C0C}" dt="2026-07-22T17:52:58.471" v="3232" actId="2696"/>
        <pc:sldMkLst>
          <pc:docMk/>
          <pc:sldMk cId="3076960342" sldId="6710"/>
        </pc:sldMkLst>
      </pc:sldChg>
      <pc:sldChg chg="del">
        <pc:chgData name="Mia Zang (Arcus)" userId="94d93034-054b-434a-95ee-e6ccf82eb5c4" providerId="ADAL" clId="{A3D0A9D9-63FF-533B-BFFB-78F62C3B0C0C}" dt="2026-07-22T17:52:57.443" v="3231" actId="2696"/>
        <pc:sldMkLst>
          <pc:docMk/>
          <pc:sldMk cId="2666822606" sldId="6711"/>
        </pc:sldMkLst>
      </pc:sldChg>
      <pc:sldChg chg="del">
        <pc:chgData name="Mia Zang (Arcus)" userId="94d93034-054b-434a-95ee-e6ccf82eb5c4" providerId="ADAL" clId="{A3D0A9D9-63FF-533B-BFFB-78F62C3B0C0C}" dt="2026-07-22T17:53:10.609" v="3238" actId="2696"/>
        <pc:sldMkLst>
          <pc:docMk/>
          <pc:sldMk cId="2779281338" sldId="6713"/>
        </pc:sldMkLst>
      </pc:sldChg>
      <pc:sldChg chg="del">
        <pc:chgData name="Mia Zang (Arcus)" userId="94d93034-054b-434a-95ee-e6ccf82eb5c4" providerId="ADAL" clId="{A3D0A9D9-63FF-533B-BFFB-78F62C3B0C0C}" dt="2026-07-22T18:02:59.096" v="3531" actId="2696"/>
        <pc:sldMkLst>
          <pc:docMk/>
          <pc:sldMk cId="2896922358" sldId="6714"/>
        </pc:sldMkLst>
      </pc:sldChg>
      <pc:sldChg chg="del">
        <pc:chgData name="Mia Zang (Arcus)" userId="94d93034-054b-434a-95ee-e6ccf82eb5c4" providerId="ADAL" clId="{A3D0A9D9-63FF-533B-BFFB-78F62C3B0C0C}" dt="2026-07-22T17:53:00.870" v="3233" actId="2696"/>
        <pc:sldMkLst>
          <pc:docMk/>
          <pc:sldMk cId="1264460329" sldId="6715"/>
        </pc:sldMkLst>
      </pc:sldChg>
      <pc:sldChg chg="del">
        <pc:chgData name="Mia Zang (Arcus)" userId="94d93034-054b-434a-95ee-e6ccf82eb5c4" providerId="ADAL" clId="{A3D0A9D9-63FF-533B-BFFB-78F62C3B0C0C}" dt="2026-07-22T18:03:00.514" v="3533" actId="2696"/>
        <pc:sldMkLst>
          <pc:docMk/>
          <pc:sldMk cId="3858416594" sldId="6716"/>
        </pc:sldMkLst>
      </pc:sldChg>
      <pc:sldChg chg="addSp delSp modSp new mod">
        <pc:chgData name="Mia Zang (Arcus)" userId="94d93034-054b-434a-95ee-e6ccf82eb5c4" providerId="ADAL" clId="{A3D0A9D9-63FF-533B-BFFB-78F62C3B0C0C}" dt="2026-07-22T18:52:06.596" v="5290" actId="20577"/>
        <pc:sldMkLst>
          <pc:docMk/>
          <pc:sldMk cId="76654936" sldId="6717"/>
        </pc:sldMkLst>
        <pc:spChg chg="del">
          <ac:chgData name="Mia Zang (Arcus)" userId="94d93034-054b-434a-95ee-e6ccf82eb5c4" providerId="ADAL" clId="{A3D0A9D9-63FF-533B-BFFB-78F62C3B0C0C}" dt="2026-07-22T17:53:35.660" v="3239" actId="931"/>
          <ac:spMkLst>
            <pc:docMk/>
            <pc:sldMk cId="76654936" sldId="6717"/>
            <ac:spMk id="2" creationId="{D9373732-1C80-C238-D90A-CF83F4FDA211}"/>
          </ac:spMkLst>
        </pc:spChg>
        <pc:spChg chg="mod">
          <ac:chgData name="Mia Zang (Arcus)" userId="94d93034-054b-434a-95ee-e6ccf82eb5c4" providerId="ADAL" clId="{A3D0A9D9-63FF-533B-BFFB-78F62C3B0C0C}" dt="2026-07-22T18:52:06.596" v="5290" actId="20577"/>
          <ac:spMkLst>
            <pc:docMk/>
            <pc:sldMk cId="76654936" sldId="6717"/>
            <ac:spMk id="3" creationId="{7AF73443-A28B-10ED-F46E-B39335AD8C28}"/>
          </ac:spMkLst>
        </pc:spChg>
        <pc:picChg chg="add mod ord modCrop">
          <ac:chgData name="Mia Zang (Arcus)" userId="94d93034-054b-434a-95ee-e6ccf82eb5c4" providerId="ADAL" clId="{A3D0A9D9-63FF-533B-BFFB-78F62C3B0C0C}" dt="2026-07-22T17:54:14.242" v="3249" actId="14100"/>
          <ac:picMkLst>
            <pc:docMk/>
            <pc:sldMk cId="76654936" sldId="6717"/>
            <ac:picMk id="6" creationId="{4D5517A1-3CAC-91E2-3B0B-7B06638DCEDA}"/>
          </ac:picMkLst>
        </pc:picChg>
        <pc:picChg chg="add mod">
          <ac:chgData name="Mia Zang (Arcus)" userId="94d93034-054b-434a-95ee-e6ccf82eb5c4" providerId="ADAL" clId="{A3D0A9D9-63FF-533B-BFFB-78F62C3B0C0C}" dt="2026-07-22T17:55:11.070" v="3329" actId="14100"/>
          <ac:picMkLst>
            <pc:docMk/>
            <pc:sldMk cId="76654936" sldId="6717"/>
            <ac:picMk id="7" creationId="{6FB2BBEB-5EE2-1803-72D5-AAD33B415AD8}"/>
          </ac:picMkLst>
        </pc:picChg>
        <pc:inkChg chg="add">
          <ac:chgData name="Mia Zang (Arcus)" userId="94d93034-054b-434a-95ee-e6ccf82eb5c4" providerId="ADAL" clId="{A3D0A9D9-63FF-533B-BFFB-78F62C3B0C0C}" dt="2026-07-22T17:55:23.897" v="3330" actId="9405"/>
          <ac:inkMkLst>
            <pc:docMk/>
            <pc:sldMk cId="76654936" sldId="6717"/>
            <ac:inkMk id="8" creationId="{B23A057A-DBF8-C2BE-DED5-BEABEDBF4E65}"/>
          </ac:inkMkLst>
        </pc:inkChg>
      </pc:sldChg>
      <pc:sldChg chg="del">
        <pc:chgData name="Mia Zang (Arcus)" userId="94d93034-054b-434a-95ee-e6ccf82eb5c4" providerId="ADAL" clId="{A3D0A9D9-63FF-533B-BFFB-78F62C3B0C0C}" dt="2026-07-22T17:52:56.944" v="3230" actId="2696"/>
        <pc:sldMkLst>
          <pc:docMk/>
          <pc:sldMk cId="318598502" sldId="6717"/>
        </pc:sldMkLst>
      </pc:sldChg>
      <pc:sldChg chg="addSp delSp modSp new mod">
        <pc:chgData name="Mia Zang (Arcus)" userId="94d93034-054b-434a-95ee-e6ccf82eb5c4" providerId="ADAL" clId="{A3D0A9D9-63FF-533B-BFFB-78F62C3B0C0C}" dt="2026-07-22T17:58:24.015" v="3419" actId="1076"/>
        <pc:sldMkLst>
          <pc:docMk/>
          <pc:sldMk cId="1295420655" sldId="6718"/>
        </pc:sldMkLst>
        <pc:spChg chg="del">
          <ac:chgData name="Mia Zang (Arcus)" userId="94d93034-054b-434a-95ee-e6ccf82eb5c4" providerId="ADAL" clId="{A3D0A9D9-63FF-533B-BFFB-78F62C3B0C0C}" dt="2026-07-22T17:55:46.709" v="3332" actId="931"/>
          <ac:spMkLst>
            <pc:docMk/>
            <pc:sldMk cId="1295420655" sldId="6718"/>
            <ac:spMk id="2" creationId="{1323C576-F02F-86BF-7C6B-44CAC0C4582D}"/>
          </ac:spMkLst>
        </pc:spChg>
        <pc:spChg chg="mod">
          <ac:chgData name="Mia Zang (Arcus)" userId="94d93034-054b-434a-95ee-e6ccf82eb5c4" providerId="ADAL" clId="{A3D0A9D9-63FF-533B-BFFB-78F62C3B0C0C}" dt="2026-07-22T17:58:03.757" v="3415" actId="20577"/>
          <ac:spMkLst>
            <pc:docMk/>
            <pc:sldMk cId="1295420655" sldId="6718"/>
            <ac:spMk id="3" creationId="{564E1D34-8433-5BE3-7BAE-B1814681D063}"/>
          </ac:spMkLst>
        </pc:spChg>
        <pc:picChg chg="add mod ord">
          <ac:chgData name="Mia Zang (Arcus)" userId="94d93034-054b-434a-95ee-e6ccf82eb5c4" providerId="ADAL" clId="{A3D0A9D9-63FF-533B-BFFB-78F62C3B0C0C}" dt="2026-07-22T17:58:22.141" v="3418" actId="1076"/>
          <ac:picMkLst>
            <pc:docMk/>
            <pc:sldMk cId="1295420655" sldId="6718"/>
            <ac:picMk id="6" creationId="{F56F377A-F803-420F-A205-A930F965AAAB}"/>
          </ac:picMkLst>
        </pc:picChg>
        <pc:picChg chg="add mod">
          <ac:chgData name="Mia Zang (Arcus)" userId="94d93034-054b-434a-95ee-e6ccf82eb5c4" providerId="ADAL" clId="{A3D0A9D9-63FF-533B-BFFB-78F62C3B0C0C}" dt="2026-07-22T17:58:24.015" v="3419" actId="1076"/>
          <ac:picMkLst>
            <pc:docMk/>
            <pc:sldMk cId="1295420655" sldId="6718"/>
            <ac:picMk id="8" creationId="{58A28A22-DDBC-8A30-AC6E-002CAB7EB972}"/>
          </ac:picMkLst>
        </pc:picChg>
      </pc:sldChg>
      <pc:sldChg chg="addSp delSp modSp add del mod modClrScheme chgLayout">
        <pc:chgData name="Mia Zang (Arcus)" userId="94d93034-054b-434a-95ee-e6ccf82eb5c4" providerId="ADAL" clId="{A3D0A9D9-63FF-533B-BFFB-78F62C3B0C0C}" dt="2026-07-22T17:52:56.458" v="3228" actId="2696"/>
        <pc:sldMkLst>
          <pc:docMk/>
          <pc:sldMk cId="3227709667" sldId="6718"/>
        </pc:sldMkLst>
      </pc:sldChg>
      <pc:sldChg chg="addSp delSp modSp add del mod">
        <pc:chgData name="Mia Zang (Arcus)" userId="94d93034-054b-434a-95ee-e6ccf82eb5c4" providerId="ADAL" clId="{A3D0A9D9-63FF-533B-BFFB-78F62C3B0C0C}" dt="2026-07-22T17:52:56.306" v="3227" actId="2696"/>
        <pc:sldMkLst>
          <pc:docMk/>
          <pc:sldMk cId="1319053571" sldId="6719"/>
        </pc:sldMkLst>
      </pc:sldChg>
      <pc:sldChg chg="addSp delSp modSp new mod">
        <pc:chgData name="Mia Zang (Arcus)" userId="94d93034-054b-434a-95ee-e6ccf82eb5c4" providerId="ADAL" clId="{A3D0A9D9-63FF-533B-BFFB-78F62C3B0C0C}" dt="2026-07-22T18:02:22.156" v="3521" actId="14100"/>
        <pc:sldMkLst>
          <pc:docMk/>
          <pc:sldMk cId="2544740520" sldId="6719"/>
        </pc:sldMkLst>
        <pc:spChg chg="del">
          <ac:chgData name="Mia Zang (Arcus)" userId="94d93034-054b-434a-95ee-e6ccf82eb5c4" providerId="ADAL" clId="{A3D0A9D9-63FF-533B-BFFB-78F62C3B0C0C}" dt="2026-07-22T17:58:36.948" v="3421" actId="931"/>
          <ac:spMkLst>
            <pc:docMk/>
            <pc:sldMk cId="2544740520" sldId="6719"/>
            <ac:spMk id="2" creationId="{FF25F514-8DCF-274E-3AD8-585D53612AA8}"/>
          </ac:spMkLst>
        </pc:spChg>
        <pc:spChg chg="mod">
          <ac:chgData name="Mia Zang (Arcus)" userId="94d93034-054b-434a-95ee-e6ccf82eb5c4" providerId="ADAL" clId="{A3D0A9D9-63FF-533B-BFFB-78F62C3B0C0C}" dt="2026-07-22T18:02:18.656" v="3520" actId="20577"/>
          <ac:spMkLst>
            <pc:docMk/>
            <pc:sldMk cId="2544740520" sldId="6719"/>
            <ac:spMk id="3" creationId="{BCA9155B-ECA4-AA6B-B0E2-8256CD91F68A}"/>
          </ac:spMkLst>
        </pc:spChg>
        <pc:picChg chg="add mod ord">
          <ac:chgData name="Mia Zang (Arcus)" userId="94d93034-054b-434a-95ee-e6ccf82eb5c4" providerId="ADAL" clId="{A3D0A9D9-63FF-533B-BFFB-78F62C3B0C0C}" dt="2026-07-22T18:02:22.156" v="3521" actId="14100"/>
          <ac:picMkLst>
            <pc:docMk/>
            <pc:sldMk cId="2544740520" sldId="6719"/>
            <ac:picMk id="6" creationId="{2674CFE4-CE96-F490-71AB-3B92D1EF2DE1}"/>
          </ac:picMkLst>
        </pc:picChg>
      </pc:sldChg>
      <pc:sldChg chg="addSp delSp modSp new mod">
        <pc:chgData name="Mia Zang (Arcus)" userId="94d93034-054b-434a-95ee-e6ccf82eb5c4" providerId="ADAL" clId="{A3D0A9D9-63FF-533B-BFFB-78F62C3B0C0C}" dt="2026-07-22T18:47:42.196" v="5287" actId="1076"/>
        <pc:sldMkLst>
          <pc:docMk/>
          <pc:sldMk cId="1987286109" sldId="6720"/>
        </pc:sldMkLst>
        <pc:spChg chg="del">
          <ac:chgData name="Mia Zang (Arcus)" userId="94d93034-054b-434a-95ee-e6ccf82eb5c4" providerId="ADAL" clId="{A3D0A9D9-63FF-533B-BFFB-78F62C3B0C0C}" dt="2026-07-22T18:02:34.653" v="3523" actId="931"/>
          <ac:spMkLst>
            <pc:docMk/>
            <pc:sldMk cId="1987286109" sldId="6720"/>
            <ac:spMk id="2" creationId="{A8C25CFC-F384-A773-8C83-EC0CE5A1982C}"/>
          </ac:spMkLst>
        </pc:spChg>
        <pc:spChg chg="mod">
          <ac:chgData name="Mia Zang (Arcus)" userId="94d93034-054b-434a-95ee-e6ccf82eb5c4" providerId="ADAL" clId="{A3D0A9D9-63FF-533B-BFFB-78F62C3B0C0C}" dt="2026-07-22T18:07:45.580" v="3601" actId="20577"/>
          <ac:spMkLst>
            <pc:docMk/>
            <pc:sldMk cId="1987286109" sldId="6720"/>
            <ac:spMk id="3" creationId="{4AEC2894-323C-5184-CC01-7CBCC142039F}"/>
          </ac:spMkLst>
        </pc:spChg>
        <pc:spChg chg="add mod">
          <ac:chgData name="Mia Zang (Arcus)" userId="94d93034-054b-434a-95ee-e6ccf82eb5c4" providerId="ADAL" clId="{A3D0A9D9-63FF-533B-BFFB-78F62C3B0C0C}" dt="2026-07-22T18:41:34.383" v="5066" actId="1076"/>
          <ac:spMkLst>
            <pc:docMk/>
            <pc:sldMk cId="1987286109" sldId="6720"/>
            <ac:spMk id="9" creationId="{9A24C1F5-E28A-D140-929D-3108AFF6A22B}"/>
          </ac:spMkLst>
        </pc:spChg>
        <pc:spChg chg="add mod">
          <ac:chgData name="Mia Zang (Arcus)" userId="94d93034-054b-434a-95ee-e6ccf82eb5c4" providerId="ADAL" clId="{A3D0A9D9-63FF-533B-BFFB-78F62C3B0C0C}" dt="2026-07-22T18:47:35.848" v="5285" actId="14100"/>
          <ac:spMkLst>
            <pc:docMk/>
            <pc:sldMk cId="1987286109" sldId="6720"/>
            <ac:spMk id="10" creationId="{61A24763-5D7E-6E55-4C03-9F5EB2E87AB8}"/>
          </ac:spMkLst>
        </pc:spChg>
        <pc:picChg chg="add mod ord">
          <ac:chgData name="Mia Zang (Arcus)" userId="94d93034-054b-434a-95ee-e6ccf82eb5c4" providerId="ADAL" clId="{A3D0A9D9-63FF-533B-BFFB-78F62C3B0C0C}" dt="2026-07-22T18:47:39.847" v="5286" actId="1076"/>
          <ac:picMkLst>
            <pc:docMk/>
            <pc:sldMk cId="1987286109" sldId="6720"/>
            <ac:picMk id="6" creationId="{ED18BE98-B73A-43CD-D08A-C83FAE025261}"/>
          </ac:picMkLst>
        </pc:picChg>
        <pc:picChg chg="add mod">
          <ac:chgData name="Mia Zang (Arcus)" userId="94d93034-054b-434a-95ee-e6ccf82eb5c4" providerId="ADAL" clId="{A3D0A9D9-63FF-533B-BFFB-78F62C3B0C0C}" dt="2026-07-22T18:47:42.196" v="5287" actId="1076"/>
          <ac:picMkLst>
            <pc:docMk/>
            <pc:sldMk cId="1987286109" sldId="6720"/>
            <ac:picMk id="8" creationId="{E6758A43-15C1-5834-5315-13C46A4265F6}"/>
          </ac:picMkLst>
        </pc:picChg>
      </pc:sldChg>
      <pc:sldChg chg="addSp delSp modSp new del mod">
        <pc:chgData name="Mia Zang (Arcus)" userId="94d93034-054b-434a-95ee-e6ccf82eb5c4" providerId="ADAL" clId="{A3D0A9D9-63FF-533B-BFFB-78F62C3B0C0C}" dt="2026-07-22T17:52:56.022" v="3225" actId="2696"/>
        <pc:sldMkLst>
          <pc:docMk/>
          <pc:sldMk cId="2989908654" sldId="6720"/>
        </pc:sldMkLst>
      </pc:sldChg>
      <pc:sldChg chg="modSp new mod">
        <pc:chgData name="Mia Zang (Arcus)" userId="94d93034-054b-434a-95ee-e6ccf82eb5c4" providerId="ADAL" clId="{A3D0A9D9-63FF-533B-BFFB-78F62C3B0C0C}" dt="2026-07-23T15:20:28.463" v="5317" actId="20577"/>
        <pc:sldMkLst>
          <pc:docMk/>
          <pc:sldMk cId="58126278" sldId="6721"/>
        </pc:sldMkLst>
        <pc:spChg chg="mod">
          <ac:chgData name="Mia Zang (Arcus)" userId="94d93034-054b-434a-95ee-e6ccf82eb5c4" providerId="ADAL" clId="{A3D0A9D9-63FF-533B-BFFB-78F62C3B0C0C}" dt="2026-07-23T15:20:28.463" v="5317" actId="20577"/>
          <ac:spMkLst>
            <pc:docMk/>
            <pc:sldMk cId="58126278" sldId="6721"/>
            <ac:spMk id="2" creationId="{3B1D6BD6-C0C5-96BF-4DDD-00813DE344EB}"/>
          </ac:spMkLst>
        </pc:spChg>
        <pc:spChg chg="mod">
          <ac:chgData name="Mia Zang (Arcus)" userId="94d93034-054b-434a-95ee-e6ccf82eb5c4" providerId="ADAL" clId="{A3D0A9D9-63FF-533B-BFFB-78F62C3B0C0C}" dt="2026-07-22T18:03:06.019" v="3541" actId="20577"/>
          <ac:spMkLst>
            <pc:docMk/>
            <pc:sldMk cId="58126278" sldId="6721"/>
            <ac:spMk id="3" creationId="{C7180077-1E15-3AC6-133A-A81792415A5D}"/>
          </ac:spMkLst>
        </pc:spChg>
      </pc:sldChg>
      <pc:sldChg chg="addSp delSp modSp new del mod">
        <pc:chgData name="Mia Zang (Arcus)" userId="94d93034-054b-434a-95ee-e6ccf82eb5c4" providerId="ADAL" clId="{A3D0A9D9-63FF-533B-BFFB-78F62C3B0C0C}" dt="2026-07-22T17:52:55.408" v="3220" actId="2696"/>
        <pc:sldMkLst>
          <pc:docMk/>
          <pc:sldMk cId="1680398656" sldId="6722"/>
        </pc:sldMkLst>
      </pc:sldChg>
      <pc:sldChg chg="addSp delSp modSp new del mod">
        <pc:chgData name="Mia Zang (Arcus)" userId="94d93034-054b-434a-95ee-e6ccf82eb5c4" providerId="ADAL" clId="{A3D0A9D9-63FF-533B-BFFB-78F62C3B0C0C}" dt="2026-07-22T17:52:56.159" v="3226" actId="2696"/>
        <pc:sldMkLst>
          <pc:docMk/>
          <pc:sldMk cId="147591747" sldId="6723"/>
        </pc:sldMkLst>
      </pc:sldChg>
      <pc:sldChg chg="addSp delSp modSp add del mod">
        <pc:chgData name="Mia Zang (Arcus)" userId="94d93034-054b-434a-95ee-e6ccf82eb5c4" providerId="ADAL" clId="{A3D0A9D9-63FF-533B-BFFB-78F62C3B0C0C}" dt="2026-07-22T17:52:55.485" v="3221" actId="2696"/>
        <pc:sldMkLst>
          <pc:docMk/>
          <pc:sldMk cId="2654052925" sldId="6725"/>
        </pc:sldMkLst>
      </pc:sldChg>
      <pc:sldChg chg="del">
        <pc:chgData name="Mia Zang (Arcus)" userId="94d93034-054b-434a-95ee-e6ccf82eb5c4" providerId="ADAL" clId="{A3D0A9D9-63FF-533B-BFFB-78F62C3B0C0C}" dt="2026-07-22T17:52:56.619" v="3229" actId="2696"/>
        <pc:sldMkLst>
          <pc:docMk/>
          <pc:sldMk cId="4246275102" sldId="6726"/>
        </pc:sldMkLst>
      </pc:sldChg>
      <pc:sldChg chg="addSp delSp modSp add del mod">
        <pc:chgData name="Mia Zang (Arcus)" userId="94d93034-054b-434a-95ee-e6ccf82eb5c4" providerId="ADAL" clId="{A3D0A9D9-63FF-533B-BFFB-78F62C3B0C0C}" dt="2026-07-22T17:52:55.740" v="3223" actId="2696"/>
        <pc:sldMkLst>
          <pc:docMk/>
          <pc:sldMk cId="808597786" sldId="6727"/>
        </pc:sldMkLst>
      </pc:sldChg>
      <pc:sldChg chg="addSp delSp modSp add del mod">
        <pc:chgData name="Mia Zang (Arcus)" userId="94d93034-054b-434a-95ee-e6ccf82eb5c4" providerId="ADAL" clId="{A3D0A9D9-63FF-533B-BFFB-78F62C3B0C0C}" dt="2026-07-22T17:52:55.632" v="3222" actId="2696"/>
        <pc:sldMkLst>
          <pc:docMk/>
          <pc:sldMk cId="1377043199" sldId="6728"/>
        </pc:sldMkLst>
      </pc:sldChg>
      <pc:sldChg chg="addSp delSp modSp add del mod">
        <pc:chgData name="Mia Zang (Arcus)" userId="94d93034-054b-434a-95ee-e6ccf82eb5c4" providerId="ADAL" clId="{A3D0A9D9-63FF-533B-BFFB-78F62C3B0C0C}" dt="2026-07-22T17:52:55.884" v="3224" actId="2696"/>
        <pc:sldMkLst>
          <pc:docMk/>
          <pc:sldMk cId="909441340" sldId="6729"/>
        </pc:sldMkLst>
      </pc:sldChg>
    </pc:docChg>
  </pc:docChgLst>
  <pc:docChgLst>
    <pc:chgData name="Emily Brown (Arcus)" userId="S::ebrown@arcusbio.com::44e51855-33fd-492e-ad63-d52ed250d9dd" providerId="AD" clId="Web-{6B367754-2312-F0F6-3D94-8C0EBF9843BA}"/>
    <pc:docChg chg="modSld">
      <pc:chgData name="Emily Brown (Arcus)" userId="S::ebrown@arcusbio.com::44e51855-33fd-492e-ad63-d52ed250d9dd" providerId="AD" clId="Web-{6B367754-2312-F0F6-3D94-8C0EBF9843BA}" dt="2026-07-23T00:19:28.343" v="0" actId="20577"/>
      <pc:docMkLst>
        <pc:docMk/>
      </pc:docMkLst>
      <pc:sldChg chg="modSp">
        <pc:chgData name="Emily Brown (Arcus)" userId="S::ebrown@arcusbio.com::44e51855-33fd-492e-ad63-d52ed250d9dd" providerId="AD" clId="Web-{6B367754-2312-F0F6-3D94-8C0EBF9843BA}" dt="2026-07-23T00:19:28.343" v="0" actId="20577"/>
        <pc:sldMkLst>
          <pc:docMk/>
          <pc:sldMk cId="58126278" sldId="6721"/>
        </pc:sldMkLst>
        <pc:spChg chg="mod">
          <ac:chgData name="Emily Brown (Arcus)" userId="S::ebrown@arcusbio.com::44e51855-33fd-492e-ad63-d52ed250d9dd" providerId="AD" clId="Web-{6B367754-2312-F0F6-3D94-8C0EBF9843BA}" dt="2026-07-23T00:19:28.343" v="0" actId="20577"/>
          <ac:spMkLst>
            <pc:docMk/>
            <pc:sldMk cId="58126278" sldId="6721"/>
            <ac:spMk id="2" creationId="{3B1D6BD6-C0C5-96BF-4DDD-00813DE344EB}"/>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2T17:55:23.892"/>
    </inkml:context>
    <inkml:brush xml:id="br0">
      <inkml:brushProperty name="width" value="0.035" units="cm"/>
      <inkml:brushProperty name="height" value="0.035" units="cm"/>
      <inkml:brushProperty name="color" value="#E71224"/>
    </inkml:brush>
  </inkml:definitions>
  <inkml:trace contextRef="#ctx0" brushRef="#br0">2444 2 24575,'0'11'0,"0"-2"0,0-2 0,0 0 0,0-1 0,-3-2 0,-1 2 0,-2-2 0,-1 2 0,-3 1 0,2 0 0,-5 0 0,3-1 0,-4 1 0,1 0 0,-1-1 0,-5 2 0,4-4 0,-19 10 0,11-11 0,-13 11 0,10-9 0,0 0 0,-9-1 0,-4 1 0,-9-4 0,0 10 0,0-10 0,10 8 0,-8-8 0,18 7 0,-8-7 0,10 3 0,0-4 0,-49 7 0,27-5 0,-50 6 0,38-8 0,-11 0 0,11 0 0,-8 0 0,-14 0 0,16-5 0,-13 3 0,31-3 0,-20 5 0,30 0 0,-8 3 0,33-3 0,3 3 0,-1 0 0,-2-2 0,3 5 0,-4-5 0,1 5 0,-1 1 0,3 0 0,-1 0 0,4-1 0,-2-6 0,3 6 0,1-2 0,-1 3 0,0-3 0,-8 6 0,0-2 0,-2 4 0,4-2 0,6-4 0,0-2 0,1 2 0,-1-2 0,-8 3 0,6 3 0,-7-1 0,7 3 0,-2-4 0,0 4 0,-1-4 0,4 2 0,-5-1 0,3-1 0,-14 15 0,8-14 0,-8 14 0,14-12 0,-3-1 0,2 3 0,-2-3 0,-1 1 0,-25 20 0,22-16 0,-20 18 0,26-23 0,0 0 0,2-3 0,2-1 0,3 1 0,-13 23 0,14-14 0,-14 18 0,13-21 0,-3 1 0,1-4 0,2 3 0,-7 3 0,6-4 0,-3 6 0,2-8 0,2 4 0,-3-1 0,0 1 0,3-1 0,-2 6 0,2-7 0,-13 31 0,7-29 0,-6 24 0,12-27 0,-2-1 0,5 3 0,-5-3 0,6 4 0,-6-1 0,5 22 0,-2-16 0,0 13 0,2-20 0,-2-1 0,0-1 0,2 3 0,-2-2 0,0 2 0,2 26 0,-2-14 0,3 15 0,0-16 0,0-3 0,0 5 0,0-1 0,0 1 0,3-6 0,-2 5 0,2 25 0,1-17 0,-3 22 0,8-19 0,5 13 0,-1-8 0,8 6 0,4-1 0,-10-21 0,4 14 0,-13-29 0,-5 3 0,2-6 0,0 3 0,-2 0 0,5 0 0,-3 4 0,20 18 0,-10-14 0,11 15 0,-15-20 0,-2-2 0,-3 2 0,2-6 0,-6 3 0,6-3 0,3 8 0,-1-7 0,6 11 0,0 3 0,1-6 0,4 14 0,-4-9 0,1-1 0,-1-1 0,0 0 0,-4-7 0,0 6 0,-1-11 0,-2 6 0,4-3 0,-4 4 0,1-4 0,1 3 0,2 3 0,30 20 0,-19-11 0,24 11 0,-27-24 0,6 4 0,-6-4 0,4 1 0,-9-3 0,26 16 0,-16-10 0,11 10 0,-11-13 0,-5-2 0,6-1 0,0 2 0,-1 0 0,1-2 0,29 12 0,-21-11 0,21 8 0,-29-15 0,-1 4 0,11-2 0,2 5 0,10-5 0,0 5 0,20-3 0,-31-1 0,9 0 0,-33-7 0,-6 0 0,3 0 0,-1 0 0,7 0 0,5-4 0,4 3 0,31-3 0,-29 1 0,27-1 0,-33 0 0,-1-3 0,4 2 0,-3-6 0,14-1 0,-7-4 0,8 5 0,-10-2 0,0 1 0,-1 2 0,31-19 0,-29 17 0,22-16 0,-36 21 0,6-8 0,18-13 0,-3-2 0,9-5 0,1-2 0,-15 17 0,15-17 0,-18 18 0,30-36 0,-28 27 0,26-28 0,-34 29 0,14-8 0,-7 4 0,9-5 0,-8 4 0,-4 7 0,-4 4 0,-5 7 0,1-1 0,-3 2 0,10-20 0,-6 15 0,7-20 0,-11 23 0,1-10 0,0 9 0,3 0 0,-7 6 0,0 3 0,-6-3 0,2 6 0,-3-8 0,1 7 0,5-8 0,-2 3 0,7-4 0,-1 0 0,-2 1 0,2 2 0,-3-2 0,1 3 0,-2-1 0,1-2 0,1 3 0,-1-4 0,4-5 0,10-21 0,-6 15 0,10-20 0,-9 13 0,0 4 0,2-10 0,-8 12 0,3 1 0,-7 4 0,7-3 0,-7 3 0,5 1 0,10-24 0,-13 27 0,11-21 0,-22 27 0,6-3 0,-2 1 0,0-1 0,2 1 0,-6-1 0,3 0 0,0 1 0,-2-1 0,5 1 0,-5-7 0,2-1 0,-3 1 0,4-5 0,-4 4 0,4-14 0,-4 6 0,0-6 0,0-1 0,4 8 0,-3-3 0,3 7 0,-4 9 0,0-4 0,0 5 0,0 1 0,0-1 0,0-5 0,0 4 0,0-4 0,0 5 0,0 1 0,-3-1 0,2 0 0,-2 1 0,0-4 0,2 6 0,-2-2 0,3 6 0,0 0 0,-3 1 0,2-4 0,-5-1 0,3 0 0,-4-1 0,0 1 0,0-3 0,0 4 0,-3-3 0,3 2 0,-6-2 0,6-1 0,-3 1 0,0-1 0,1-5 0,-4 4 0,2-4 0,0 5 0,2 4 0,2-3 0,3 5 0,-2 1 0,5 1 0,-5 3 0,2-4 0,-2 0 0,-1 0 0,-5-8 0,4 3 0,-3-4 0,4 3 0,0 3 0,0-1 0,1 1 0,-1 3 0,0 0 0,3 1 0,-2 2 0,2-5 0,-2 4 0,-1-5 0,0 4 0,-3-7 0,3 1 0,-3-1 0,3 6 0,0 1 0,0 2 0,4-3 0,-4 4 0,4-3 0,-4 5 0,0-5 0,3 2 0,-2 0 0,5-2 0,-5 5 0,3-2 0,-4 0 0,0 0 0,0-1 0,-8-3 0,6 6 0,-6-3 0,5 4 0,-1 0 0,-2 0 0,-26 0 0,14 0 0,-31 0 0,28 0 0,-8 0 0,19 0 0,-2 0 0,12 0 0,-3 0 0,3 0 0,0 0 0,-3 0 0,0 0 0,-4 0 0,4 0 0,0 0 0,3 0 0,0 0 0,0 0 0,1 0 0,-4 0 0,2 0 0,-2 0 0,7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F29A7-64E9-FE44-BAD4-F9D17173EBDB}" type="datetimeFigureOut">
              <a:rPr lang="en-US" smtClean="0"/>
              <a:t>7/29/26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F0B0C9-C410-9A4B-840E-D7661031AAE8}" type="slidenum">
              <a:rPr lang="en-US" smtClean="0"/>
              <a:t>‹#›</a:t>
            </a:fld>
            <a:endParaRPr lang="en-US"/>
          </a:p>
        </p:txBody>
      </p:sp>
    </p:spTree>
    <p:extLst>
      <p:ext uri="{BB962C8B-B14F-4D97-AF65-F5344CB8AC3E}">
        <p14:creationId xmlns:p14="http://schemas.microsoft.com/office/powerpoint/2010/main" val="4210285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F0B0C9-C410-9A4B-840E-D7661031AAE8}" type="slidenum">
              <a:rPr lang="en-US" smtClean="0"/>
              <a:t>4</a:t>
            </a:fld>
            <a:endParaRPr lang="en-US"/>
          </a:p>
        </p:txBody>
      </p:sp>
    </p:spTree>
    <p:extLst>
      <p:ext uri="{BB962C8B-B14F-4D97-AF65-F5344CB8AC3E}">
        <p14:creationId xmlns:p14="http://schemas.microsoft.com/office/powerpoint/2010/main" val="15340984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solidFill>
          <a:schemeClr val="tx2"/>
        </a:solidFill>
        <a:effectLst/>
      </p:bgPr>
    </p:bg>
    <p:spTree>
      <p:nvGrpSpPr>
        <p:cNvPr id="1" name=""/>
        <p:cNvGrpSpPr/>
        <p:nvPr/>
      </p:nvGrpSpPr>
      <p:grpSpPr>
        <a:xfrm>
          <a:off x="0" y="0"/>
          <a:ext cx="0" cy="0"/>
          <a:chOff x="0" y="0"/>
          <a:chExt cx="0" cy="0"/>
        </a:xfrm>
      </p:grpSpPr>
      <p:sp>
        <p:nvSpPr>
          <p:cNvPr id="94" name="Title 1">
            <a:extLst>
              <a:ext uri="{FF2B5EF4-FFF2-40B4-BE49-F238E27FC236}">
                <a16:creationId xmlns:a16="http://schemas.microsoft.com/office/drawing/2014/main" id="{304F3357-5965-B245-8E61-6D65843A4A67}"/>
              </a:ext>
            </a:extLst>
          </p:cNvPr>
          <p:cNvSpPr>
            <a:spLocks noGrp="1"/>
          </p:cNvSpPr>
          <p:nvPr>
            <p:ph type="ctrTitle" hasCustomPrompt="1"/>
          </p:nvPr>
        </p:nvSpPr>
        <p:spPr>
          <a:xfrm>
            <a:off x="511880" y="2994395"/>
            <a:ext cx="8731359" cy="1370241"/>
          </a:xfrm>
        </p:spPr>
        <p:txBody>
          <a:bodyPr anchor="t" anchorCtr="0">
            <a:noAutofit/>
          </a:bodyPr>
          <a:lstStyle>
            <a:lvl1pPr algn="l">
              <a:lnSpc>
                <a:spcPct val="85000"/>
              </a:lnSpc>
              <a:defRPr sz="4000" b="1" i="0" cap="all" spc="0" baseline="0">
                <a:solidFill>
                  <a:schemeClr val="bg1"/>
                </a:solidFill>
                <a:latin typeface="Helvetica" panose="020B0604020202020204" pitchFamily="34" charset="0"/>
                <a:cs typeface="Helvetica" panose="020B0604020202020204" pitchFamily="34" charset="0"/>
              </a:defRPr>
            </a:lvl1pPr>
          </a:lstStyle>
          <a:p>
            <a:r>
              <a:rPr lang="en-US"/>
              <a:t>DIVIDER SLIDE Title</a:t>
            </a:r>
            <a:endParaRPr lang="en-GB"/>
          </a:p>
        </p:txBody>
      </p:sp>
      <p:sp>
        <p:nvSpPr>
          <p:cNvPr id="95" name="Text Placeholder 7">
            <a:extLst>
              <a:ext uri="{FF2B5EF4-FFF2-40B4-BE49-F238E27FC236}">
                <a16:creationId xmlns:a16="http://schemas.microsoft.com/office/drawing/2014/main" id="{3EBBAE7C-BAA8-1049-BA81-4F5A97F9580B}"/>
              </a:ext>
            </a:extLst>
          </p:cNvPr>
          <p:cNvSpPr>
            <a:spLocks noGrp="1"/>
          </p:cNvSpPr>
          <p:nvPr>
            <p:ph type="body" sz="quarter" idx="10" hasCustomPrompt="1"/>
          </p:nvPr>
        </p:nvSpPr>
        <p:spPr>
          <a:xfrm>
            <a:off x="511220" y="4364638"/>
            <a:ext cx="6108306" cy="687355"/>
          </a:xfrm>
          <a:prstGeom prst="rect">
            <a:avLst/>
          </a:prstGeom>
        </p:spPr>
        <p:txBody>
          <a:bodyPr lIns="18000" anchor="b">
            <a:noAutofit/>
          </a:bodyPr>
          <a:lstStyle>
            <a:lvl1pPr marL="0" indent="0">
              <a:buNone/>
              <a:defRPr sz="2133" b="0" i="0" cap="none" baseline="0">
                <a:solidFill>
                  <a:schemeClr val="accent3"/>
                </a:solidFill>
                <a:latin typeface="Helvetica" panose="020B0604020202020204" pitchFamily="34" charset="0"/>
                <a:cs typeface="Helvetica" panose="020B0604020202020204" pitchFamily="34" charset="0"/>
              </a:defRPr>
            </a:lvl1pPr>
            <a:lvl2pPr>
              <a:defRPr b="0" i="0">
                <a:solidFill>
                  <a:schemeClr val="bg1"/>
                </a:solidFill>
                <a:latin typeface="Calibri Light" panose="020F0302020204030204" pitchFamily="34" charset="0"/>
                <a:cs typeface="Calibri Light" panose="020F0302020204030204" pitchFamily="34" charset="0"/>
              </a:defRPr>
            </a:lvl2pPr>
            <a:lvl3pPr>
              <a:defRPr b="0" i="0">
                <a:solidFill>
                  <a:schemeClr val="bg1"/>
                </a:solidFill>
                <a:latin typeface="Calibri Light" panose="020F0302020204030204" pitchFamily="34" charset="0"/>
                <a:cs typeface="Calibri Light" panose="020F0302020204030204" pitchFamily="34" charset="0"/>
              </a:defRPr>
            </a:lvl3pPr>
            <a:lvl4pPr>
              <a:defRPr b="0" i="0">
                <a:solidFill>
                  <a:schemeClr val="bg1"/>
                </a:solidFill>
                <a:latin typeface="Calibri Light" panose="020F0302020204030204" pitchFamily="34" charset="0"/>
                <a:cs typeface="Calibri Light" panose="020F0302020204030204" pitchFamily="34" charset="0"/>
              </a:defRPr>
            </a:lvl4pPr>
            <a:lvl5pPr>
              <a:defRPr b="0" i="0">
                <a:solidFill>
                  <a:schemeClr val="bg1"/>
                </a:solidFill>
                <a:latin typeface="Calibri Light" panose="020F0302020204030204" pitchFamily="34" charset="0"/>
                <a:cs typeface="Calibri Light" panose="020F0302020204030204" pitchFamily="34" charset="0"/>
              </a:defRPr>
            </a:lvl5pPr>
          </a:lstStyle>
          <a:p>
            <a:pPr lvl="0"/>
            <a:r>
              <a:rPr lang="en-US"/>
              <a:t>SUBTITLE HERE</a:t>
            </a:r>
          </a:p>
        </p:txBody>
      </p:sp>
      <p:pic>
        <p:nvPicPr>
          <p:cNvPr id="5" name="Picture 4">
            <a:extLst>
              <a:ext uri="{FF2B5EF4-FFF2-40B4-BE49-F238E27FC236}">
                <a16:creationId xmlns:a16="http://schemas.microsoft.com/office/drawing/2014/main" id="{2EE233F9-B905-BC4C-A808-94E426AE4FBC}"/>
              </a:ext>
            </a:extLst>
          </p:cNvPr>
          <p:cNvPicPr>
            <a:picLocks noChangeAspect="1"/>
          </p:cNvPicPr>
          <p:nvPr userDrawn="1"/>
        </p:nvPicPr>
        <p:blipFill>
          <a:blip r:embed="rId2"/>
          <a:srcRect/>
          <a:stretch/>
        </p:blipFill>
        <p:spPr>
          <a:xfrm>
            <a:off x="9898436" y="5772341"/>
            <a:ext cx="1909838" cy="695469"/>
          </a:xfrm>
          <a:prstGeom prst="rect">
            <a:avLst/>
          </a:prstGeom>
        </p:spPr>
      </p:pic>
    </p:spTree>
    <p:extLst>
      <p:ext uri="{BB962C8B-B14F-4D97-AF65-F5344CB8AC3E}">
        <p14:creationId xmlns:p14="http://schemas.microsoft.com/office/powerpoint/2010/main" val="29142242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Content Defaul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555148D-EFA8-354B-8A70-168A95EB6C41}"/>
              </a:ext>
            </a:extLst>
          </p:cNvPr>
          <p:cNvSpPr>
            <a:spLocks noGrp="1"/>
          </p:cNvSpPr>
          <p:nvPr>
            <p:ph sz="quarter" idx="10" hasCustomPrompt="1"/>
          </p:nvPr>
        </p:nvSpPr>
        <p:spPr>
          <a:xfrm>
            <a:off x="471714" y="1515231"/>
            <a:ext cx="11209868" cy="4703233"/>
          </a:xfrm>
          <a:prstGeom prst="rect">
            <a:avLst/>
          </a:prstGeom>
        </p:spPr>
        <p:txBody>
          <a:bodyPr/>
          <a:lstStyle>
            <a:lvl1pPr marL="186271" indent="-186271">
              <a:buClr>
                <a:schemeClr val="accent1"/>
              </a:buClr>
              <a:buFont typeface="Arial" panose="020B0604020202020204" pitchFamily="34" charset="0"/>
              <a:buChar char="•"/>
              <a:tabLst/>
              <a:defRPr b="1" cap="none">
                <a:solidFill>
                  <a:schemeClr val="tx2"/>
                </a:solidFill>
              </a:defRPr>
            </a:lvl1pPr>
            <a:lvl2pPr marL="687934" indent="-262473">
              <a:spcBef>
                <a:spcPts val="400"/>
              </a:spcBef>
              <a:buClr>
                <a:schemeClr val="tx1"/>
              </a:buClr>
              <a:buSzPct val="120000"/>
              <a:buFont typeface="Helvetica" panose="020B0604020202020204" pitchFamily="34" charset="0"/>
              <a:buChar char="‒"/>
              <a:tabLst/>
              <a:defRPr lang="en-US" sz="1867" b="0" i="0" kern="1200" dirty="0" smtClean="0">
                <a:solidFill>
                  <a:schemeClr val="tx1"/>
                </a:solidFill>
                <a:latin typeface="Helvetica" panose="020B0604020202020204" pitchFamily="34" charset="0"/>
                <a:ea typeface="+mn-ea"/>
                <a:cs typeface="Helvetica" panose="020B0604020202020204" pitchFamily="34" charset="0"/>
              </a:defRPr>
            </a:lvl2pPr>
            <a:lvl3pPr marL="946175" indent="-158755">
              <a:spcBef>
                <a:spcPts val="400"/>
              </a:spcBef>
              <a:buClr>
                <a:schemeClr val="accent1"/>
              </a:buClr>
              <a:buFont typeface="Wingdings" panose="05000000000000000000" pitchFamily="2" charset="2"/>
              <a:buChar char="§"/>
              <a:tabLst/>
              <a:defRPr lang="en-US" sz="1600" b="0" i="0" kern="1200" dirty="0" smtClean="0">
                <a:solidFill>
                  <a:schemeClr val="accent1"/>
                </a:solidFill>
                <a:latin typeface="Helvetica" panose="020B0604020202020204" pitchFamily="34" charset="0"/>
                <a:ea typeface="+mn-ea"/>
                <a:cs typeface="Helvetica" panose="020B0604020202020204" pitchFamily="34" charset="0"/>
              </a:defRPr>
            </a:lvl3pPr>
            <a:lvl4pPr marL="1083760" indent="0">
              <a:spcBef>
                <a:spcPts val="533"/>
              </a:spcBef>
              <a:buClr>
                <a:schemeClr val="accent1"/>
              </a:buClr>
              <a:buFont typeface="Wingdings" pitchFamily="2" charset="2"/>
              <a:buNone/>
              <a:defRPr sz="1600">
                <a:solidFill>
                  <a:schemeClr val="accent1"/>
                </a:solidFill>
              </a:defRPr>
            </a:lvl4pPr>
            <a:lvl5pPr marL="1407618" indent="0">
              <a:buNone/>
              <a:defRPr/>
            </a:lvl5pPr>
            <a:lvl6pPr marL="2286058" indent="0">
              <a:buNone/>
              <a:defRPr/>
            </a:lvl6pPr>
          </a:lstStyle>
          <a:p>
            <a:pPr lvl="0"/>
            <a:r>
              <a:rPr lang="en-US"/>
              <a:t>Primary bullet text</a:t>
            </a:r>
          </a:p>
          <a:p>
            <a:pPr lvl="1"/>
            <a:r>
              <a:rPr lang="en-US"/>
              <a:t>Second level</a:t>
            </a:r>
          </a:p>
          <a:p>
            <a:pPr lvl="2"/>
            <a:r>
              <a:rPr lang="en-US"/>
              <a:t>Third level</a:t>
            </a:r>
          </a:p>
        </p:txBody>
      </p:sp>
      <p:sp>
        <p:nvSpPr>
          <p:cNvPr id="8" name="Title 1">
            <a:extLst>
              <a:ext uri="{FF2B5EF4-FFF2-40B4-BE49-F238E27FC236}">
                <a16:creationId xmlns:a16="http://schemas.microsoft.com/office/drawing/2014/main" id="{0B60C0C7-CE18-456D-9242-00D37E14E290}"/>
              </a:ext>
            </a:extLst>
          </p:cNvPr>
          <p:cNvSpPr>
            <a:spLocks noGrp="1"/>
          </p:cNvSpPr>
          <p:nvPr>
            <p:ph type="title" hasCustomPrompt="1"/>
          </p:nvPr>
        </p:nvSpPr>
        <p:spPr>
          <a:xfrm>
            <a:off x="480323" y="387350"/>
            <a:ext cx="11201260" cy="984251"/>
          </a:xfrm>
        </p:spPr>
        <p:txBody>
          <a:bodyPr/>
          <a:lstStyle>
            <a:lvl1pPr marL="61385" indent="0">
              <a:lnSpc>
                <a:spcPct val="85000"/>
              </a:lnSpc>
              <a:defRPr sz="3200"/>
            </a:lvl1pPr>
          </a:lstStyle>
          <a:p>
            <a:r>
              <a:rPr lang="en-US"/>
              <a:t>All Titles In Title Case  </a:t>
            </a:r>
          </a:p>
        </p:txBody>
      </p:sp>
      <p:sp>
        <p:nvSpPr>
          <p:cNvPr id="10" name="TextBox 9">
            <a:extLst>
              <a:ext uri="{FF2B5EF4-FFF2-40B4-BE49-F238E27FC236}">
                <a16:creationId xmlns:a16="http://schemas.microsoft.com/office/drawing/2014/main" id="{6230116F-26B4-4178-BA4D-AD8437967A3E}"/>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pic>
        <p:nvPicPr>
          <p:cNvPr id="11" name="Picture 10">
            <a:extLst>
              <a:ext uri="{FF2B5EF4-FFF2-40B4-BE49-F238E27FC236}">
                <a16:creationId xmlns:a16="http://schemas.microsoft.com/office/drawing/2014/main" id="{0DED4F66-D13F-4538-8C20-6EE933CCDB18}"/>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9" name="Slide Number Placeholder 10">
            <a:extLst>
              <a:ext uri="{FF2B5EF4-FFF2-40B4-BE49-F238E27FC236}">
                <a16:creationId xmlns:a16="http://schemas.microsoft.com/office/drawing/2014/main" id="{9B98D3FA-F9C4-4200-A04D-5BE55027F9CE}"/>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2" name="Straight Connector 1">
            <a:extLst>
              <a:ext uri="{FF2B5EF4-FFF2-40B4-BE49-F238E27FC236}">
                <a16:creationId xmlns:a16="http://schemas.microsoft.com/office/drawing/2014/main" id="{D8151B61-16F4-12D7-D6B9-7EAD1FE5E69D}"/>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0583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2" pos="384">
          <p15:clr>
            <a:srgbClr val="FBAE40"/>
          </p15:clr>
        </p15:guide>
        <p15:guide id="3" pos="501">
          <p15:clr>
            <a:srgbClr val="FBAE40"/>
          </p15:clr>
        </p15:guide>
        <p15:guide id="4" pos="645">
          <p15:clr>
            <a:srgbClr val="FBAE40"/>
          </p15:clr>
        </p15:guide>
        <p15:guide id="5" pos="857">
          <p15:clr>
            <a:srgbClr val="FBAE40"/>
          </p15:clr>
        </p15:guide>
        <p15:guide id="6" pos="108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Non Confidential">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555148D-EFA8-354B-8A70-168A95EB6C41}"/>
              </a:ext>
            </a:extLst>
          </p:cNvPr>
          <p:cNvSpPr>
            <a:spLocks noGrp="1"/>
          </p:cNvSpPr>
          <p:nvPr>
            <p:ph sz="quarter" idx="10" hasCustomPrompt="1"/>
          </p:nvPr>
        </p:nvSpPr>
        <p:spPr>
          <a:xfrm>
            <a:off x="471714" y="1515231"/>
            <a:ext cx="11209868" cy="4703233"/>
          </a:xfrm>
          <a:prstGeom prst="rect">
            <a:avLst/>
          </a:prstGeom>
        </p:spPr>
        <p:txBody>
          <a:bodyPr/>
          <a:lstStyle>
            <a:lvl1pPr marL="186271" indent="-186271">
              <a:buClr>
                <a:schemeClr val="accent1"/>
              </a:buClr>
              <a:buFont typeface="Arial" panose="020B0604020202020204" pitchFamily="34" charset="0"/>
              <a:buChar char="•"/>
              <a:tabLst/>
              <a:defRPr b="1" cap="none">
                <a:solidFill>
                  <a:schemeClr val="tx2"/>
                </a:solidFill>
              </a:defRPr>
            </a:lvl1pPr>
            <a:lvl2pPr marL="687934" indent="-262473">
              <a:spcBef>
                <a:spcPts val="400"/>
              </a:spcBef>
              <a:buClr>
                <a:schemeClr val="tx1"/>
              </a:buClr>
              <a:buSzPct val="120000"/>
              <a:buFont typeface="Helvetica" panose="020B0604020202020204" pitchFamily="34" charset="0"/>
              <a:buChar char="‒"/>
              <a:tabLst/>
              <a:defRPr lang="en-US" sz="1867" b="0" i="0" kern="1200" dirty="0" smtClean="0">
                <a:solidFill>
                  <a:schemeClr val="tx1"/>
                </a:solidFill>
                <a:latin typeface="Helvetica" panose="020B0604020202020204" pitchFamily="34" charset="0"/>
                <a:ea typeface="+mn-ea"/>
                <a:cs typeface="Helvetica" panose="020B0604020202020204" pitchFamily="34" charset="0"/>
              </a:defRPr>
            </a:lvl2pPr>
            <a:lvl3pPr marL="946175" indent="-158755">
              <a:spcBef>
                <a:spcPts val="400"/>
              </a:spcBef>
              <a:buClr>
                <a:schemeClr val="accent1"/>
              </a:buClr>
              <a:buFont typeface="Wingdings" panose="05000000000000000000" pitchFamily="2" charset="2"/>
              <a:buChar char="§"/>
              <a:tabLst/>
              <a:defRPr lang="en-US" sz="1600" b="0" i="0" kern="1200" dirty="0" smtClean="0">
                <a:solidFill>
                  <a:schemeClr val="accent1"/>
                </a:solidFill>
                <a:latin typeface="Helvetica" panose="020B0604020202020204" pitchFamily="34" charset="0"/>
                <a:ea typeface="+mn-ea"/>
                <a:cs typeface="Helvetica" panose="020B0604020202020204" pitchFamily="34" charset="0"/>
              </a:defRPr>
            </a:lvl3pPr>
            <a:lvl4pPr marL="1083760" indent="0">
              <a:spcBef>
                <a:spcPts val="533"/>
              </a:spcBef>
              <a:buClr>
                <a:schemeClr val="accent1"/>
              </a:buClr>
              <a:buFont typeface="Wingdings" pitchFamily="2" charset="2"/>
              <a:buNone/>
              <a:defRPr sz="1600">
                <a:solidFill>
                  <a:schemeClr val="accent1"/>
                </a:solidFill>
              </a:defRPr>
            </a:lvl4pPr>
            <a:lvl5pPr marL="1407618" indent="0">
              <a:buNone/>
              <a:defRPr/>
            </a:lvl5pPr>
            <a:lvl6pPr marL="2286058" indent="0">
              <a:buNone/>
              <a:defRPr/>
            </a:lvl6pPr>
          </a:lstStyle>
          <a:p>
            <a:pPr lvl="0"/>
            <a:r>
              <a:rPr lang="en-US"/>
              <a:t>Primary bullet text</a:t>
            </a:r>
          </a:p>
          <a:p>
            <a:pPr lvl="1"/>
            <a:r>
              <a:rPr lang="en-US"/>
              <a:t>Second level</a:t>
            </a:r>
          </a:p>
          <a:p>
            <a:pPr lvl="2"/>
            <a:r>
              <a:rPr lang="en-US"/>
              <a:t>Third level</a:t>
            </a:r>
          </a:p>
        </p:txBody>
      </p:sp>
      <p:sp>
        <p:nvSpPr>
          <p:cNvPr id="8" name="Title 1">
            <a:extLst>
              <a:ext uri="{FF2B5EF4-FFF2-40B4-BE49-F238E27FC236}">
                <a16:creationId xmlns:a16="http://schemas.microsoft.com/office/drawing/2014/main" id="{0B60C0C7-CE18-456D-9242-00D37E14E290}"/>
              </a:ext>
            </a:extLst>
          </p:cNvPr>
          <p:cNvSpPr>
            <a:spLocks noGrp="1"/>
          </p:cNvSpPr>
          <p:nvPr>
            <p:ph type="title" hasCustomPrompt="1"/>
          </p:nvPr>
        </p:nvSpPr>
        <p:spPr>
          <a:xfrm>
            <a:off x="480323" y="387350"/>
            <a:ext cx="11201260" cy="984251"/>
          </a:xfrm>
        </p:spPr>
        <p:txBody>
          <a:bodyPr/>
          <a:lstStyle>
            <a:lvl1pPr marL="61385" indent="0">
              <a:lnSpc>
                <a:spcPct val="85000"/>
              </a:lnSpc>
              <a:defRPr sz="3200"/>
            </a:lvl1pPr>
          </a:lstStyle>
          <a:p>
            <a:r>
              <a:rPr lang="en-US"/>
              <a:t>All Titles In Title Case  </a:t>
            </a:r>
          </a:p>
        </p:txBody>
      </p:sp>
      <p:pic>
        <p:nvPicPr>
          <p:cNvPr id="11" name="Picture 10">
            <a:extLst>
              <a:ext uri="{FF2B5EF4-FFF2-40B4-BE49-F238E27FC236}">
                <a16:creationId xmlns:a16="http://schemas.microsoft.com/office/drawing/2014/main" id="{0DED4F66-D13F-4538-8C20-6EE933CCDB18}"/>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9" name="Slide Number Placeholder 10">
            <a:extLst>
              <a:ext uri="{FF2B5EF4-FFF2-40B4-BE49-F238E27FC236}">
                <a16:creationId xmlns:a16="http://schemas.microsoft.com/office/drawing/2014/main" id="{9B98D3FA-F9C4-4200-A04D-5BE55027F9CE}"/>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sp>
        <p:nvSpPr>
          <p:cNvPr id="2" name="TextBox 1">
            <a:extLst>
              <a:ext uri="{FF2B5EF4-FFF2-40B4-BE49-F238E27FC236}">
                <a16:creationId xmlns:a16="http://schemas.microsoft.com/office/drawing/2014/main" id="{F89A6B6F-68DF-8A64-8CC9-5E3BFDC9EE98}"/>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cxnSp>
        <p:nvCxnSpPr>
          <p:cNvPr id="3" name="Straight Connector 2">
            <a:extLst>
              <a:ext uri="{FF2B5EF4-FFF2-40B4-BE49-F238E27FC236}">
                <a16:creationId xmlns:a16="http://schemas.microsoft.com/office/drawing/2014/main" id="{783F834B-6449-D931-4D7C-17520B7E3927}"/>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2838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2" pos="384">
          <p15:clr>
            <a:srgbClr val="FBAE40"/>
          </p15:clr>
        </p15:guide>
        <p15:guide id="3" pos="501">
          <p15:clr>
            <a:srgbClr val="FBAE40"/>
          </p15:clr>
        </p15:guide>
        <p15:guide id="4" pos="645">
          <p15:clr>
            <a:srgbClr val="FBAE40"/>
          </p15:clr>
        </p15:guide>
        <p15:guide id="5" pos="857">
          <p15:clr>
            <a:srgbClr val="FBAE40"/>
          </p15:clr>
        </p15:guide>
        <p15:guide id="6" pos="108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Foot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71BE-0EA0-854D-88EB-E98FC6A4DAFE}"/>
              </a:ext>
            </a:extLst>
          </p:cNvPr>
          <p:cNvSpPr>
            <a:spLocks noGrp="1"/>
          </p:cNvSpPr>
          <p:nvPr>
            <p:ph type="title" hasCustomPrompt="1"/>
          </p:nvPr>
        </p:nvSpPr>
        <p:spPr>
          <a:xfrm>
            <a:off x="480323" y="387350"/>
            <a:ext cx="11209868" cy="984251"/>
          </a:xfrm>
        </p:spPr>
        <p:txBody>
          <a:bodyPr/>
          <a:lstStyle>
            <a:lvl1pPr marL="61385" indent="0">
              <a:lnSpc>
                <a:spcPct val="85000"/>
              </a:lnSpc>
              <a:defRPr sz="3200" baseline="0"/>
            </a:lvl1pPr>
          </a:lstStyle>
          <a:p>
            <a:r>
              <a:rPr lang="en-US"/>
              <a:t>All Titles In Title Case  </a:t>
            </a:r>
          </a:p>
        </p:txBody>
      </p:sp>
      <p:sp>
        <p:nvSpPr>
          <p:cNvPr id="4" name="Content Placeholder 3">
            <a:extLst>
              <a:ext uri="{FF2B5EF4-FFF2-40B4-BE49-F238E27FC236}">
                <a16:creationId xmlns:a16="http://schemas.microsoft.com/office/drawing/2014/main" id="{B555148D-EFA8-354B-8A70-168A95EB6C41}"/>
              </a:ext>
            </a:extLst>
          </p:cNvPr>
          <p:cNvSpPr>
            <a:spLocks noGrp="1"/>
          </p:cNvSpPr>
          <p:nvPr>
            <p:ph sz="quarter" idx="10" hasCustomPrompt="1"/>
          </p:nvPr>
        </p:nvSpPr>
        <p:spPr>
          <a:xfrm>
            <a:off x="471714" y="1515231"/>
            <a:ext cx="11209868" cy="4703233"/>
          </a:xfrm>
          <a:prstGeom prst="rect">
            <a:avLst/>
          </a:prstGeom>
        </p:spPr>
        <p:txBody>
          <a:bodyPr/>
          <a:lstStyle>
            <a:lvl1pPr marL="186271" indent="-186271">
              <a:buClr>
                <a:schemeClr val="accent1"/>
              </a:buClr>
              <a:buFont typeface="Arial" panose="020B0604020202020204" pitchFamily="34" charset="0"/>
              <a:buChar char="•"/>
              <a:tabLst/>
              <a:defRPr b="1" cap="none">
                <a:solidFill>
                  <a:schemeClr val="tx2"/>
                </a:solidFill>
              </a:defRPr>
            </a:lvl1pPr>
            <a:lvl2pPr marL="687934" indent="-262473">
              <a:spcBef>
                <a:spcPts val="400"/>
              </a:spcBef>
              <a:buClr>
                <a:schemeClr val="tx1"/>
              </a:buClr>
              <a:buSzPct val="120000"/>
              <a:buFont typeface="Helvetica" panose="020B0604020202020204" pitchFamily="34" charset="0"/>
              <a:buChar char="‒"/>
              <a:tabLst/>
              <a:defRPr lang="en-US" sz="1867" b="0" i="0" kern="1200" dirty="0" smtClean="0">
                <a:solidFill>
                  <a:schemeClr val="tx1"/>
                </a:solidFill>
                <a:latin typeface="Helvetica" panose="020B0604020202020204" pitchFamily="34" charset="0"/>
                <a:ea typeface="+mn-ea"/>
                <a:cs typeface="Helvetica" panose="020B0604020202020204" pitchFamily="34" charset="0"/>
              </a:defRPr>
            </a:lvl2pPr>
            <a:lvl3pPr marL="946175" indent="-158755">
              <a:spcBef>
                <a:spcPts val="400"/>
              </a:spcBef>
              <a:buClr>
                <a:schemeClr val="accent1"/>
              </a:buClr>
              <a:buFont typeface="Wingdings" panose="05000000000000000000" pitchFamily="2" charset="2"/>
              <a:buChar char="§"/>
              <a:tabLst/>
              <a:defRPr lang="en-US" sz="1600" b="0" i="0" kern="1200" dirty="0" smtClean="0">
                <a:solidFill>
                  <a:schemeClr val="accent1"/>
                </a:solidFill>
                <a:latin typeface="Helvetica" panose="020B0604020202020204" pitchFamily="34" charset="0"/>
                <a:ea typeface="+mn-ea"/>
                <a:cs typeface="Helvetica" panose="020B0604020202020204" pitchFamily="34" charset="0"/>
              </a:defRPr>
            </a:lvl3pPr>
            <a:lvl4pPr marL="1083760" indent="0">
              <a:spcBef>
                <a:spcPts val="533"/>
              </a:spcBef>
              <a:buClr>
                <a:schemeClr val="accent1"/>
              </a:buClr>
              <a:buFont typeface="Wingdings" pitchFamily="2" charset="2"/>
              <a:buNone/>
              <a:defRPr sz="1600">
                <a:solidFill>
                  <a:schemeClr val="accent1"/>
                </a:solidFill>
              </a:defRPr>
            </a:lvl4pPr>
            <a:lvl5pPr marL="1407618" indent="0">
              <a:buNone/>
              <a:defRPr/>
            </a:lvl5pPr>
            <a:lvl6pPr marL="2286058" indent="0">
              <a:buNone/>
              <a:defRPr/>
            </a:lvl6pPr>
          </a:lstStyle>
          <a:p>
            <a:pPr lvl="0"/>
            <a:r>
              <a:rPr lang="en-US"/>
              <a:t>Primary bullet text</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CFA06D22-436E-FF48-BC2E-CFEFB2F36CD8}"/>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 Placeholder 20">
            <a:extLst>
              <a:ext uri="{FF2B5EF4-FFF2-40B4-BE49-F238E27FC236}">
                <a16:creationId xmlns:a16="http://schemas.microsoft.com/office/drawing/2014/main" id="{D404637B-E371-A946-8EA1-2046C1AF9832}"/>
              </a:ext>
            </a:extLst>
          </p:cNvPr>
          <p:cNvSpPr>
            <a:spLocks noGrp="1"/>
          </p:cNvSpPr>
          <p:nvPr>
            <p:ph type="body" sz="quarter" idx="20" hasCustomPrompt="1"/>
          </p:nvPr>
        </p:nvSpPr>
        <p:spPr>
          <a:xfrm>
            <a:off x="457200" y="6616119"/>
            <a:ext cx="4114800" cy="212852"/>
          </a:xfrm>
          <a:prstGeom prst="rect">
            <a:avLst/>
          </a:prstGeom>
        </p:spPr>
        <p:txBody>
          <a:bodyPr anchor="ctr"/>
          <a:lstStyle>
            <a:lvl1pPr marL="0" indent="0">
              <a:buNone/>
              <a:defRPr lang="en-US" sz="933" b="0" cap="none" dirty="0" smtClean="0">
                <a:solidFill>
                  <a:schemeClr val="tx2"/>
                </a:solidFill>
              </a:defRPr>
            </a:lvl1pPr>
            <a:lvl2pPr>
              <a:defRPr lang="en-US" dirty="0" smtClean="0"/>
            </a:lvl2pPr>
            <a:lvl3pPr>
              <a:defRPr lang="en-US" dirty="0" smtClean="0"/>
            </a:lvl3pPr>
            <a:lvl4pPr>
              <a:defRPr lang="en-US" dirty="0" smtClean="0"/>
            </a:lvl4pPr>
            <a:lvl5pPr>
              <a:defRPr lang="en-US" dirty="0"/>
            </a:lvl5pPr>
          </a:lstStyle>
          <a:p>
            <a:pPr marL="381009" lvl="0" indent="-381009"/>
            <a:r>
              <a:rPr lang="en-US"/>
              <a:t>Click to enter Footnotes no smaller than 7pt font</a:t>
            </a:r>
          </a:p>
        </p:txBody>
      </p:sp>
      <p:pic>
        <p:nvPicPr>
          <p:cNvPr id="8" name="Picture 7">
            <a:extLst>
              <a:ext uri="{FF2B5EF4-FFF2-40B4-BE49-F238E27FC236}">
                <a16:creationId xmlns:a16="http://schemas.microsoft.com/office/drawing/2014/main" id="{C29789AC-3AF8-4EF0-9A4E-013A680F6AE0}"/>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11" name="Slide Number Placeholder 10">
            <a:extLst>
              <a:ext uri="{FF2B5EF4-FFF2-40B4-BE49-F238E27FC236}">
                <a16:creationId xmlns:a16="http://schemas.microsoft.com/office/drawing/2014/main" id="{502E4F3A-233B-4D3A-B369-7DD07AF3A3E7}"/>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sp>
        <p:nvSpPr>
          <p:cNvPr id="3" name="TextBox 2">
            <a:extLst>
              <a:ext uri="{FF2B5EF4-FFF2-40B4-BE49-F238E27FC236}">
                <a16:creationId xmlns:a16="http://schemas.microsoft.com/office/drawing/2014/main" id="{AA7C7DD8-8B52-8F1A-25E6-478778F12F40}"/>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1793134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2" pos="384">
          <p15:clr>
            <a:srgbClr val="FBAE40"/>
          </p15:clr>
        </p15:guide>
        <p15:guide id="3" pos="501">
          <p15:clr>
            <a:srgbClr val="FBAE40"/>
          </p15:clr>
        </p15:guide>
        <p15:guide id="4" pos="645">
          <p15:clr>
            <a:srgbClr val="FBAE40"/>
          </p15:clr>
        </p15:guide>
        <p15:guide id="5" pos="857">
          <p15:clr>
            <a:srgbClr val="FBAE40"/>
          </p15:clr>
        </p15:guide>
        <p15:guide id="6" pos="108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_Title Only">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72D9ED33-25B5-7947-B36C-54D6E20249F2}"/>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sp>
        <p:nvSpPr>
          <p:cNvPr id="13" name="Title 1">
            <a:extLst>
              <a:ext uri="{FF2B5EF4-FFF2-40B4-BE49-F238E27FC236}">
                <a16:creationId xmlns:a16="http://schemas.microsoft.com/office/drawing/2014/main" id="{9843832E-9F3E-4B22-B3F9-D9DB1113D9D3}"/>
              </a:ext>
            </a:extLst>
          </p:cNvPr>
          <p:cNvSpPr>
            <a:spLocks noGrp="1"/>
          </p:cNvSpPr>
          <p:nvPr>
            <p:ph type="title" hasCustomPrompt="1"/>
          </p:nvPr>
        </p:nvSpPr>
        <p:spPr>
          <a:xfrm>
            <a:off x="480323" y="387350"/>
            <a:ext cx="11201260" cy="984251"/>
          </a:xfrm>
        </p:spPr>
        <p:txBody>
          <a:bodyPr/>
          <a:lstStyle>
            <a:lvl1pPr marL="61385" indent="0">
              <a:lnSpc>
                <a:spcPct val="85000"/>
              </a:lnSpc>
              <a:defRPr sz="3200"/>
            </a:lvl1pPr>
          </a:lstStyle>
          <a:p>
            <a:r>
              <a:rPr lang="en-US"/>
              <a:t>All Titles In Title Case  </a:t>
            </a:r>
          </a:p>
        </p:txBody>
      </p:sp>
      <p:pic>
        <p:nvPicPr>
          <p:cNvPr id="7" name="Picture 6">
            <a:extLst>
              <a:ext uri="{FF2B5EF4-FFF2-40B4-BE49-F238E27FC236}">
                <a16:creationId xmlns:a16="http://schemas.microsoft.com/office/drawing/2014/main" id="{9CD71175-4ACF-428D-BEE5-D65B879276AF}"/>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2" name="TextBox 1">
            <a:extLst>
              <a:ext uri="{FF2B5EF4-FFF2-40B4-BE49-F238E27FC236}">
                <a16:creationId xmlns:a16="http://schemas.microsoft.com/office/drawing/2014/main" id="{7D1E19E8-30FB-1F2A-3297-8227AA639DA7}"/>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cxnSp>
        <p:nvCxnSpPr>
          <p:cNvPr id="3" name="Straight Connector 2">
            <a:extLst>
              <a:ext uri="{FF2B5EF4-FFF2-40B4-BE49-F238E27FC236}">
                <a16:creationId xmlns:a16="http://schemas.microsoft.com/office/drawing/2014/main" id="{6A4CBCB5-E228-3177-A3A2-AA81C7F667EC}"/>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01958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No Logo">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555148D-EFA8-354B-8A70-168A95EB6C41}"/>
              </a:ext>
            </a:extLst>
          </p:cNvPr>
          <p:cNvSpPr>
            <a:spLocks noGrp="1"/>
          </p:cNvSpPr>
          <p:nvPr>
            <p:ph sz="quarter" idx="10" hasCustomPrompt="1"/>
          </p:nvPr>
        </p:nvSpPr>
        <p:spPr>
          <a:xfrm>
            <a:off x="471714" y="1515231"/>
            <a:ext cx="11209868" cy="4703233"/>
          </a:xfrm>
          <a:prstGeom prst="rect">
            <a:avLst/>
          </a:prstGeom>
        </p:spPr>
        <p:txBody>
          <a:bodyPr/>
          <a:lstStyle>
            <a:lvl1pPr marL="186271" indent="-186271">
              <a:buClr>
                <a:schemeClr val="accent1"/>
              </a:buClr>
              <a:buFont typeface="Arial" panose="020B0604020202020204" pitchFamily="34" charset="0"/>
              <a:buChar char="•"/>
              <a:tabLst/>
              <a:defRPr b="1" cap="none">
                <a:solidFill>
                  <a:schemeClr val="tx2"/>
                </a:solidFill>
              </a:defRPr>
            </a:lvl1pPr>
            <a:lvl2pPr marL="687934" indent="-262473">
              <a:spcBef>
                <a:spcPts val="400"/>
              </a:spcBef>
              <a:buClr>
                <a:schemeClr val="tx1"/>
              </a:buClr>
              <a:buSzPct val="120000"/>
              <a:buFont typeface="Helvetica" panose="020B0604020202020204" pitchFamily="34" charset="0"/>
              <a:buChar char="‒"/>
              <a:tabLst/>
              <a:defRPr lang="en-US" sz="1867" b="0" i="0" kern="1200" dirty="0" smtClean="0">
                <a:solidFill>
                  <a:schemeClr val="tx1"/>
                </a:solidFill>
                <a:latin typeface="Helvetica" panose="020B0604020202020204" pitchFamily="34" charset="0"/>
                <a:ea typeface="+mn-ea"/>
                <a:cs typeface="Helvetica" panose="020B0604020202020204" pitchFamily="34" charset="0"/>
              </a:defRPr>
            </a:lvl2pPr>
            <a:lvl3pPr marL="946175" indent="-158755">
              <a:spcBef>
                <a:spcPts val="400"/>
              </a:spcBef>
              <a:buClr>
                <a:schemeClr val="accent1"/>
              </a:buClr>
              <a:buFont typeface="Wingdings" panose="05000000000000000000" pitchFamily="2" charset="2"/>
              <a:buChar char="§"/>
              <a:tabLst/>
              <a:defRPr lang="en-US" sz="1600" b="0" i="0" kern="1200" dirty="0" smtClean="0">
                <a:solidFill>
                  <a:schemeClr val="accent1"/>
                </a:solidFill>
                <a:latin typeface="Helvetica" panose="020B0604020202020204" pitchFamily="34" charset="0"/>
                <a:ea typeface="+mn-ea"/>
                <a:cs typeface="Helvetica" panose="020B0604020202020204" pitchFamily="34" charset="0"/>
              </a:defRPr>
            </a:lvl3pPr>
            <a:lvl4pPr marL="1083760" indent="0">
              <a:spcBef>
                <a:spcPts val="533"/>
              </a:spcBef>
              <a:buClr>
                <a:schemeClr val="accent1"/>
              </a:buClr>
              <a:buFont typeface="Wingdings" pitchFamily="2" charset="2"/>
              <a:buNone/>
              <a:defRPr sz="1600">
                <a:solidFill>
                  <a:schemeClr val="accent1"/>
                </a:solidFill>
              </a:defRPr>
            </a:lvl4pPr>
            <a:lvl5pPr marL="1407618" indent="0">
              <a:buNone/>
              <a:defRPr/>
            </a:lvl5pPr>
            <a:lvl6pPr marL="2286058" indent="0">
              <a:buNone/>
              <a:defRPr/>
            </a:lvl6pPr>
          </a:lstStyle>
          <a:p>
            <a:pPr lvl="0"/>
            <a:r>
              <a:rPr lang="en-US"/>
              <a:t>Primary bullet text</a:t>
            </a:r>
          </a:p>
          <a:p>
            <a:pPr lvl="1"/>
            <a:r>
              <a:rPr lang="en-US"/>
              <a:t>Second level</a:t>
            </a:r>
          </a:p>
          <a:p>
            <a:pPr lvl="2"/>
            <a:r>
              <a:rPr lang="en-US"/>
              <a:t>Third level</a:t>
            </a:r>
          </a:p>
        </p:txBody>
      </p:sp>
      <p:sp>
        <p:nvSpPr>
          <p:cNvPr id="8" name="Title 1">
            <a:extLst>
              <a:ext uri="{FF2B5EF4-FFF2-40B4-BE49-F238E27FC236}">
                <a16:creationId xmlns:a16="http://schemas.microsoft.com/office/drawing/2014/main" id="{0B60C0C7-CE18-456D-9242-00D37E14E290}"/>
              </a:ext>
            </a:extLst>
          </p:cNvPr>
          <p:cNvSpPr>
            <a:spLocks noGrp="1"/>
          </p:cNvSpPr>
          <p:nvPr>
            <p:ph type="title" hasCustomPrompt="1"/>
          </p:nvPr>
        </p:nvSpPr>
        <p:spPr>
          <a:xfrm>
            <a:off x="480323" y="387350"/>
            <a:ext cx="11201260" cy="984251"/>
          </a:xfrm>
        </p:spPr>
        <p:txBody>
          <a:bodyPr/>
          <a:lstStyle>
            <a:lvl1pPr marL="61385" indent="0">
              <a:lnSpc>
                <a:spcPct val="85000"/>
              </a:lnSpc>
              <a:defRPr sz="3200"/>
            </a:lvl1pPr>
          </a:lstStyle>
          <a:p>
            <a:r>
              <a:rPr lang="en-US"/>
              <a:t>All Titles In Title Case  </a:t>
            </a:r>
          </a:p>
        </p:txBody>
      </p:sp>
      <p:sp>
        <p:nvSpPr>
          <p:cNvPr id="9" name="Text Placeholder 20">
            <a:extLst>
              <a:ext uri="{FF2B5EF4-FFF2-40B4-BE49-F238E27FC236}">
                <a16:creationId xmlns:a16="http://schemas.microsoft.com/office/drawing/2014/main" id="{B7AA0B8B-151F-4D1C-B0A1-8EADA3BAF83D}"/>
              </a:ext>
            </a:extLst>
          </p:cNvPr>
          <p:cNvSpPr>
            <a:spLocks noGrp="1"/>
          </p:cNvSpPr>
          <p:nvPr>
            <p:ph type="body" sz="quarter" idx="20" hasCustomPrompt="1"/>
          </p:nvPr>
        </p:nvSpPr>
        <p:spPr>
          <a:xfrm>
            <a:off x="457200" y="6616119"/>
            <a:ext cx="4114800" cy="212852"/>
          </a:xfrm>
          <a:prstGeom prst="rect">
            <a:avLst/>
          </a:prstGeom>
        </p:spPr>
        <p:txBody>
          <a:bodyPr anchor="ctr"/>
          <a:lstStyle>
            <a:lvl1pPr marL="0" indent="0">
              <a:buNone/>
              <a:defRPr lang="en-US" sz="933" b="0" cap="none" dirty="0" smtClean="0">
                <a:solidFill>
                  <a:schemeClr val="tx2"/>
                </a:solidFill>
              </a:defRPr>
            </a:lvl1pPr>
            <a:lvl2pPr>
              <a:defRPr lang="en-US" dirty="0" smtClean="0"/>
            </a:lvl2pPr>
            <a:lvl3pPr>
              <a:defRPr lang="en-US" dirty="0" smtClean="0"/>
            </a:lvl3pPr>
            <a:lvl4pPr>
              <a:defRPr lang="en-US" dirty="0" smtClean="0"/>
            </a:lvl4pPr>
            <a:lvl5pPr>
              <a:defRPr lang="en-US" dirty="0"/>
            </a:lvl5pPr>
          </a:lstStyle>
          <a:p>
            <a:pPr marL="381009" lvl="0" indent="-381009"/>
            <a:r>
              <a:rPr lang="en-US"/>
              <a:t>Click to enter Footnotes no smaller than 7pt font</a:t>
            </a:r>
          </a:p>
        </p:txBody>
      </p:sp>
      <p:sp>
        <p:nvSpPr>
          <p:cNvPr id="13" name="Slide Number Placeholder 10">
            <a:extLst>
              <a:ext uri="{FF2B5EF4-FFF2-40B4-BE49-F238E27FC236}">
                <a16:creationId xmlns:a16="http://schemas.microsoft.com/office/drawing/2014/main" id="{E4D7C9A1-114A-40C6-8A67-94754C01230D}"/>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3" name="Straight Connector 2">
            <a:extLst>
              <a:ext uri="{FF2B5EF4-FFF2-40B4-BE49-F238E27FC236}">
                <a16:creationId xmlns:a16="http://schemas.microsoft.com/office/drawing/2014/main" id="{33E95945-2F7B-641D-80DE-0FDEA9968CE9}"/>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9F147AF-C362-33C6-C39E-CF545B660AAC}"/>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6822618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2" pos="384">
          <p15:clr>
            <a:srgbClr val="FBAE40"/>
          </p15:clr>
        </p15:guide>
        <p15:guide id="3" pos="501">
          <p15:clr>
            <a:srgbClr val="FBAE40"/>
          </p15:clr>
        </p15:guide>
        <p15:guide id="4" pos="645">
          <p15:clr>
            <a:srgbClr val="FBAE40"/>
          </p15:clr>
        </p15:guide>
        <p15:guide id="5" pos="857">
          <p15:clr>
            <a:srgbClr val="FBAE40"/>
          </p15:clr>
        </p15:guide>
        <p15:guide id="6" pos="108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Subhead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555148D-EFA8-354B-8A70-168A95EB6C41}"/>
              </a:ext>
            </a:extLst>
          </p:cNvPr>
          <p:cNvSpPr>
            <a:spLocks noGrp="1"/>
          </p:cNvSpPr>
          <p:nvPr>
            <p:ph sz="quarter" idx="10" hasCustomPrompt="1"/>
          </p:nvPr>
        </p:nvSpPr>
        <p:spPr>
          <a:xfrm>
            <a:off x="471714" y="1515231"/>
            <a:ext cx="11209868" cy="4703233"/>
          </a:xfrm>
          <a:prstGeom prst="rect">
            <a:avLst/>
          </a:prstGeom>
        </p:spPr>
        <p:txBody>
          <a:bodyPr/>
          <a:lstStyle>
            <a:lvl1pPr marL="16934" indent="0">
              <a:buClr>
                <a:schemeClr val="accent1"/>
              </a:buClr>
              <a:buNone/>
              <a:defRPr>
                <a:solidFill>
                  <a:schemeClr val="accent1"/>
                </a:solidFill>
              </a:defRPr>
            </a:lvl1pPr>
            <a:lvl2pPr marL="467795" indent="-220139">
              <a:buClr>
                <a:schemeClr val="accent1"/>
              </a:buClr>
              <a:buFont typeface="Arial" panose="020B0604020202020204" pitchFamily="34" charset="0"/>
              <a:buChar char="•"/>
              <a:tabLst/>
              <a:defRPr sz="2133" b="1">
                <a:solidFill>
                  <a:schemeClr val="tx2"/>
                </a:solidFill>
              </a:defRPr>
            </a:lvl2pPr>
            <a:lvl3pPr marL="974725" indent="-255588">
              <a:spcBef>
                <a:spcPts val="400"/>
              </a:spcBef>
              <a:buClr>
                <a:schemeClr val="tx1"/>
              </a:buClr>
              <a:buSzPct val="120000"/>
              <a:buFont typeface="Helvetica" panose="020B0604020202020204" pitchFamily="34" charset="0"/>
              <a:buChar char="‒"/>
              <a:tabLst/>
              <a:defRPr sz="1867">
                <a:solidFill>
                  <a:schemeClr val="tx1"/>
                </a:solidFill>
              </a:defRPr>
            </a:lvl3pPr>
            <a:lvl4pPr marL="1317625" indent="-133350">
              <a:spcBef>
                <a:spcPts val="400"/>
              </a:spcBef>
              <a:buClr>
                <a:schemeClr val="accent1"/>
              </a:buClr>
              <a:buFont typeface="Wingdings" panose="05000000000000000000" pitchFamily="2" charset="2"/>
              <a:buChar char="§"/>
              <a:defRPr>
                <a:solidFill>
                  <a:schemeClr val="accent1"/>
                </a:solidFill>
              </a:defRPr>
            </a:lvl4pPr>
          </a:lstStyle>
          <a:p>
            <a:pPr lvl="0"/>
            <a:r>
              <a:rPr lang="en-US"/>
              <a:t>SUBHEAD</a:t>
            </a:r>
          </a:p>
          <a:p>
            <a:pPr lvl="1"/>
            <a:r>
              <a:rPr lang="en-US"/>
              <a:t>Primary bullet text</a:t>
            </a:r>
          </a:p>
          <a:p>
            <a:pPr lvl="2"/>
            <a:r>
              <a:rPr lang="en-US"/>
              <a:t>Second level</a:t>
            </a:r>
          </a:p>
          <a:p>
            <a:pPr lvl="3"/>
            <a:r>
              <a:rPr lang="en-US"/>
              <a:t>Third level</a:t>
            </a:r>
          </a:p>
          <a:p>
            <a:pPr lvl="3"/>
            <a:endParaRPr lang="en-US"/>
          </a:p>
          <a:p>
            <a:pPr lvl="3"/>
            <a:endParaRPr lang="en-US"/>
          </a:p>
          <a:p>
            <a:pPr lvl="3"/>
            <a:endParaRPr lang="en-US"/>
          </a:p>
        </p:txBody>
      </p:sp>
      <p:sp>
        <p:nvSpPr>
          <p:cNvPr id="12" name="Text Placeholder 20">
            <a:extLst>
              <a:ext uri="{FF2B5EF4-FFF2-40B4-BE49-F238E27FC236}">
                <a16:creationId xmlns:a16="http://schemas.microsoft.com/office/drawing/2014/main" id="{9CD9EE84-52C7-408F-88A9-2C683C611D0B}"/>
              </a:ext>
            </a:extLst>
          </p:cNvPr>
          <p:cNvSpPr>
            <a:spLocks noGrp="1"/>
          </p:cNvSpPr>
          <p:nvPr>
            <p:ph type="body" sz="quarter" idx="20" hasCustomPrompt="1"/>
          </p:nvPr>
        </p:nvSpPr>
        <p:spPr>
          <a:xfrm>
            <a:off x="457200" y="6616119"/>
            <a:ext cx="4114800" cy="212852"/>
          </a:xfrm>
          <a:prstGeom prst="rect">
            <a:avLst/>
          </a:prstGeom>
        </p:spPr>
        <p:txBody>
          <a:bodyPr anchor="ctr"/>
          <a:lstStyle>
            <a:lvl1pPr marL="0" indent="0">
              <a:buNone/>
              <a:defRPr lang="en-US" sz="933" b="0" cap="none" dirty="0" smtClean="0">
                <a:solidFill>
                  <a:schemeClr val="tx2"/>
                </a:solidFill>
              </a:defRPr>
            </a:lvl1pPr>
            <a:lvl2pPr>
              <a:defRPr lang="en-US" dirty="0" smtClean="0"/>
            </a:lvl2pPr>
            <a:lvl3pPr>
              <a:defRPr lang="en-US" dirty="0" smtClean="0"/>
            </a:lvl3pPr>
            <a:lvl4pPr>
              <a:defRPr lang="en-US" dirty="0" smtClean="0"/>
            </a:lvl4pPr>
            <a:lvl5pPr>
              <a:defRPr lang="en-US" dirty="0"/>
            </a:lvl5pPr>
          </a:lstStyle>
          <a:p>
            <a:pPr marL="381009" lvl="0" indent="-381009"/>
            <a:r>
              <a:rPr lang="en-US"/>
              <a:t>Click to enter Footnotes no smaller than 7pt font</a:t>
            </a:r>
          </a:p>
        </p:txBody>
      </p:sp>
      <p:sp>
        <p:nvSpPr>
          <p:cNvPr id="9" name="Title 1">
            <a:extLst>
              <a:ext uri="{FF2B5EF4-FFF2-40B4-BE49-F238E27FC236}">
                <a16:creationId xmlns:a16="http://schemas.microsoft.com/office/drawing/2014/main" id="{B4C238C7-6DA3-4561-B951-876E503841C7}"/>
              </a:ext>
            </a:extLst>
          </p:cNvPr>
          <p:cNvSpPr>
            <a:spLocks noGrp="1"/>
          </p:cNvSpPr>
          <p:nvPr>
            <p:ph type="title" hasCustomPrompt="1"/>
          </p:nvPr>
        </p:nvSpPr>
        <p:spPr>
          <a:xfrm>
            <a:off x="480323" y="387350"/>
            <a:ext cx="11209868" cy="984251"/>
          </a:xfrm>
        </p:spPr>
        <p:txBody>
          <a:bodyPr/>
          <a:lstStyle>
            <a:lvl1pPr marL="61385" indent="0">
              <a:lnSpc>
                <a:spcPct val="85000"/>
              </a:lnSpc>
              <a:defRPr sz="3200" baseline="0"/>
            </a:lvl1pPr>
          </a:lstStyle>
          <a:p>
            <a:r>
              <a:rPr lang="en-US"/>
              <a:t>All Titles In Title Case  </a:t>
            </a:r>
          </a:p>
        </p:txBody>
      </p:sp>
      <p:pic>
        <p:nvPicPr>
          <p:cNvPr id="14" name="Picture 13">
            <a:extLst>
              <a:ext uri="{FF2B5EF4-FFF2-40B4-BE49-F238E27FC236}">
                <a16:creationId xmlns:a16="http://schemas.microsoft.com/office/drawing/2014/main" id="{F1FF848F-A05A-4DBB-A646-B59E68611AE5}"/>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15" name="Slide Number Placeholder 10">
            <a:extLst>
              <a:ext uri="{FF2B5EF4-FFF2-40B4-BE49-F238E27FC236}">
                <a16:creationId xmlns:a16="http://schemas.microsoft.com/office/drawing/2014/main" id="{5F93C3CB-2BA0-4765-A489-7ACE113C435E}"/>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3" name="Straight Connector 2">
            <a:extLst>
              <a:ext uri="{FF2B5EF4-FFF2-40B4-BE49-F238E27FC236}">
                <a16:creationId xmlns:a16="http://schemas.microsoft.com/office/drawing/2014/main" id="{29D10697-C49D-D695-3DF4-DB0E9EF2E26E}"/>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FCCEB75-1618-9065-AD12-AC8DF9108217}"/>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35151432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or Tab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B4A7630-7EB7-494F-B2BD-C077B3DFC576}"/>
              </a:ext>
            </a:extLst>
          </p:cNvPr>
          <p:cNvSpPr>
            <a:spLocks noGrp="1"/>
          </p:cNvSpPr>
          <p:nvPr>
            <p:ph type="body" sz="quarter" idx="14" hasCustomPrompt="1"/>
          </p:nvPr>
        </p:nvSpPr>
        <p:spPr>
          <a:xfrm>
            <a:off x="480323" y="1517653"/>
            <a:ext cx="11231357" cy="488949"/>
          </a:xfrm>
          <a:prstGeom prst="rect">
            <a:avLst/>
          </a:prstGeom>
        </p:spPr>
        <p:txBody>
          <a:bodyPr/>
          <a:lstStyle>
            <a:lvl1pPr marL="0" indent="0" algn="ctr">
              <a:buNone/>
              <a:defRPr baseline="0">
                <a:solidFill>
                  <a:schemeClr val="accent1"/>
                </a:solidFill>
              </a:defRPr>
            </a:lvl1pPr>
          </a:lstStyle>
          <a:p>
            <a:pPr lvl="0"/>
            <a:r>
              <a:rPr lang="en-US"/>
              <a:t>CLICK TO ENTER TITLE</a:t>
            </a:r>
            <a:endParaRPr lang="en-CA"/>
          </a:p>
        </p:txBody>
      </p:sp>
      <p:sp>
        <p:nvSpPr>
          <p:cNvPr id="10" name="Content Placeholder 3">
            <a:extLst>
              <a:ext uri="{FF2B5EF4-FFF2-40B4-BE49-F238E27FC236}">
                <a16:creationId xmlns:a16="http://schemas.microsoft.com/office/drawing/2014/main" id="{B6879DCA-CACE-425C-830F-522D07A834A0}"/>
              </a:ext>
            </a:extLst>
          </p:cNvPr>
          <p:cNvSpPr>
            <a:spLocks noGrp="1"/>
          </p:cNvSpPr>
          <p:nvPr>
            <p:ph sz="quarter" idx="15" hasCustomPrompt="1"/>
          </p:nvPr>
        </p:nvSpPr>
        <p:spPr>
          <a:xfrm>
            <a:off x="480323" y="2152652"/>
            <a:ext cx="11231357" cy="4078815"/>
          </a:xfrm>
          <a:prstGeom prst="rect">
            <a:avLst/>
          </a:prstGeom>
        </p:spPr>
        <p:txBody>
          <a:bodyPr lIns="165600"/>
          <a:lstStyle>
            <a:lvl1pPr marL="0" indent="0">
              <a:buNone/>
              <a:defRPr lang="en-US" sz="1467" b="0" i="0" kern="1200" cap="none" baseline="0" dirty="0">
                <a:solidFill>
                  <a:schemeClr val="bg2">
                    <a:lumMod val="10000"/>
                  </a:schemeClr>
                </a:solidFill>
                <a:latin typeface="Helvetica" panose="020B0604020202020204" pitchFamily="34" charset="0"/>
                <a:ea typeface="+mn-ea"/>
                <a:cs typeface="Helvetica" panose="020B0604020202020204" pitchFamily="34" charset="0"/>
              </a:defRPr>
            </a:lvl1pPr>
            <a:lvl2pPr marL="8466" indent="0">
              <a:buFont typeface="Arial" panose="020B0604020202020204" pitchFamily="34" charset="0"/>
              <a:buNone/>
              <a:defRPr sz="1333">
                <a:solidFill>
                  <a:schemeClr val="bg2">
                    <a:lumMod val="10000"/>
                  </a:schemeClr>
                </a:solidFill>
              </a:defRPr>
            </a:lvl2pPr>
            <a:lvl3pPr marL="432011" indent="0">
              <a:buClr>
                <a:srgbClr val="C00000"/>
              </a:buClr>
              <a:buNone/>
              <a:defRPr sz="1333">
                <a:solidFill>
                  <a:schemeClr val="bg2">
                    <a:lumMod val="10000"/>
                  </a:schemeClr>
                </a:solidFill>
              </a:defRPr>
            </a:lvl3pPr>
            <a:lvl4pPr marL="768020" indent="0">
              <a:buClr>
                <a:schemeClr val="accent6">
                  <a:lumMod val="50000"/>
                </a:schemeClr>
              </a:buClr>
              <a:buNone/>
              <a:defRPr sz="1333">
                <a:solidFill>
                  <a:schemeClr val="bg2">
                    <a:lumMod val="10000"/>
                  </a:schemeClr>
                </a:solidFill>
              </a:defRPr>
            </a:lvl4pPr>
          </a:lstStyle>
          <a:p>
            <a:pPr lvl="0"/>
            <a:r>
              <a:rPr lang="en-US"/>
              <a:t>Click icon to add chart </a:t>
            </a:r>
          </a:p>
        </p:txBody>
      </p:sp>
      <p:sp>
        <p:nvSpPr>
          <p:cNvPr id="11" name="Text Placeholder 20">
            <a:extLst>
              <a:ext uri="{FF2B5EF4-FFF2-40B4-BE49-F238E27FC236}">
                <a16:creationId xmlns:a16="http://schemas.microsoft.com/office/drawing/2014/main" id="{9948BD00-0ADA-4952-87D5-EDDA1446E1FD}"/>
              </a:ext>
            </a:extLst>
          </p:cNvPr>
          <p:cNvSpPr>
            <a:spLocks noGrp="1"/>
          </p:cNvSpPr>
          <p:nvPr>
            <p:ph type="body" sz="quarter" idx="20" hasCustomPrompt="1"/>
          </p:nvPr>
        </p:nvSpPr>
        <p:spPr>
          <a:xfrm>
            <a:off x="457200" y="6616119"/>
            <a:ext cx="4114800" cy="212852"/>
          </a:xfrm>
          <a:prstGeom prst="rect">
            <a:avLst/>
          </a:prstGeom>
        </p:spPr>
        <p:txBody>
          <a:bodyPr anchor="ctr"/>
          <a:lstStyle>
            <a:lvl1pPr marL="0" indent="0">
              <a:buNone/>
              <a:defRPr lang="en-US" sz="933" b="0" cap="none" dirty="0" smtClean="0">
                <a:solidFill>
                  <a:schemeClr val="tx2"/>
                </a:solidFill>
              </a:defRPr>
            </a:lvl1pPr>
            <a:lvl2pPr>
              <a:defRPr lang="en-US" dirty="0" smtClean="0"/>
            </a:lvl2pPr>
            <a:lvl3pPr>
              <a:defRPr lang="en-US" dirty="0" smtClean="0"/>
            </a:lvl3pPr>
            <a:lvl4pPr>
              <a:defRPr lang="en-US" dirty="0" smtClean="0"/>
            </a:lvl4pPr>
            <a:lvl5pPr>
              <a:defRPr lang="en-US" dirty="0"/>
            </a:lvl5pPr>
          </a:lstStyle>
          <a:p>
            <a:pPr marL="381009" lvl="0" indent="-381009"/>
            <a:r>
              <a:rPr lang="en-US"/>
              <a:t>Click to enter Footnotes no smaller than 7pt font</a:t>
            </a:r>
          </a:p>
        </p:txBody>
      </p:sp>
      <p:sp>
        <p:nvSpPr>
          <p:cNvPr id="14" name="Title 1">
            <a:extLst>
              <a:ext uri="{FF2B5EF4-FFF2-40B4-BE49-F238E27FC236}">
                <a16:creationId xmlns:a16="http://schemas.microsoft.com/office/drawing/2014/main" id="{646ACFDB-DE7C-444F-94B6-F8845E1A5809}"/>
              </a:ext>
            </a:extLst>
          </p:cNvPr>
          <p:cNvSpPr>
            <a:spLocks noGrp="1"/>
          </p:cNvSpPr>
          <p:nvPr>
            <p:ph type="title" hasCustomPrompt="1"/>
          </p:nvPr>
        </p:nvSpPr>
        <p:spPr>
          <a:xfrm>
            <a:off x="480323" y="387350"/>
            <a:ext cx="11209868" cy="984251"/>
          </a:xfrm>
        </p:spPr>
        <p:txBody>
          <a:bodyPr/>
          <a:lstStyle>
            <a:lvl1pPr marL="61385" indent="0">
              <a:lnSpc>
                <a:spcPct val="85000"/>
              </a:lnSpc>
              <a:defRPr sz="3200" baseline="0"/>
            </a:lvl1pPr>
          </a:lstStyle>
          <a:p>
            <a:r>
              <a:rPr lang="en-US"/>
              <a:t>All Titles In Title Case  </a:t>
            </a:r>
          </a:p>
        </p:txBody>
      </p:sp>
      <p:sp>
        <p:nvSpPr>
          <p:cNvPr id="16" name="Slide Number Placeholder 10">
            <a:extLst>
              <a:ext uri="{FF2B5EF4-FFF2-40B4-BE49-F238E27FC236}">
                <a16:creationId xmlns:a16="http://schemas.microsoft.com/office/drawing/2014/main" id="{D326B6FA-87A5-4CBC-96EC-7BAB9D49A6FD}"/>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pic>
        <p:nvPicPr>
          <p:cNvPr id="17" name="Picture 16">
            <a:extLst>
              <a:ext uri="{FF2B5EF4-FFF2-40B4-BE49-F238E27FC236}">
                <a16:creationId xmlns:a16="http://schemas.microsoft.com/office/drawing/2014/main" id="{5CF4282B-7FEF-43AD-A9D5-1069A1AAADAC}"/>
              </a:ext>
            </a:extLst>
          </p:cNvPr>
          <p:cNvPicPr>
            <a:picLocks noChangeAspect="1"/>
          </p:cNvPicPr>
          <p:nvPr userDrawn="1"/>
        </p:nvPicPr>
        <p:blipFill>
          <a:blip r:embed="rId2"/>
          <a:srcRect/>
          <a:stretch/>
        </p:blipFill>
        <p:spPr>
          <a:xfrm>
            <a:off x="10732168" y="6252850"/>
            <a:ext cx="1140658" cy="413219"/>
          </a:xfrm>
          <a:prstGeom prst="rect">
            <a:avLst/>
          </a:prstGeom>
        </p:spPr>
      </p:pic>
      <p:cxnSp>
        <p:nvCxnSpPr>
          <p:cNvPr id="3" name="Straight Connector 2">
            <a:extLst>
              <a:ext uri="{FF2B5EF4-FFF2-40B4-BE49-F238E27FC236}">
                <a16:creationId xmlns:a16="http://schemas.microsoft.com/office/drawing/2014/main" id="{4BE9F974-F4EF-1060-5866-036223753ACE}"/>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201299B-F076-8199-364A-3331BAA68C60}"/>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34390790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7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ogo Upper 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CAF571-B9FA-4E39-B170-32074B27D4C1}"/>
              </a:ext>
            </a:extLst>
          </p:cNvPr>
          <p:cNvPicPr>
            <a:picLocks noChangeAspect="1"/>
          </p:cNvPicPr>
          <p:nvPr userDrawn="1"/>
        </p:nvPicPr>
        <p:blipFill>
          <a:blip r:embed="rId2"/>
          <a:srcRect/>
          <a:stretch/>
        </p:blipFill>
        <p:spPr>
          <a:xfrm>
            <a:off x="10098447" y="456816"/>
            <a:ext cx="1613232" cy="584416"/>
          </a:xfrm>
          <a:prstGeom prst="rect">
            <a:avLst/>
          </a:prstGeom>
        </p:spPr>
      </p:pic>
      <p:sp>
        <p:nvSpPr>
          <p:cNvPr id="9" name="Text Placeholder 20">
            <a:extLst>
              <a:ext uri="{FF2B5EF4-FFF2-40B4-BE49-F238E27FC236}">
                <a16:creationId xmlns:a16="http://schemas.microsoft.com/office/drawing/2014/main" id="{A313DCBD-2BB9-41FD-83F0-CE5A7A4DE9E9}"/>
              </a:ext>
            </a:extLst>
          </p:cNvPr>
          <p:cNvSpPr>
            <a:spLocks noGrp="1"/>
          </p:cNvSpPr>
          <p:nvPr>
            <p:ph type="body" sz="quarter" idx="20" hasCustomPrompt="1"/>
          </p:nvPr>
        </p:nvSpPr>
        <p:spPr>
          <a:xfrm>
            <a:off x="457200" y="6616119"/>
            <a:ext cx="4114800" cy="212852"/>
          </a:xfrm>
          <a:prstGeom prst="rect">
            <a:avLst/>
          </a:prstGeom>
        </p:spPr>
        <p:txBody>
          <a:bodyPr anchor="ctr"/>
          <a:lstStyle>
            <a:lvl1pPr marL="0" indent="0">
              <a:buNone/>
              <a:defRPr lang="en-US" sz="933" b="0" cap="none" dirty="0" smtClean="0">
                <a:solidFill>
                  <a:schemeClr val="tx2"/>
                </a:solidFill>
              </a:defRPr>
            </a:lvl1pPr>
            <a:lvl2pPr>
              <a:defRPr lang="en-US" dirty="0" smtClean="0"/>
            </a:lvl2pPr>
            <a:lvl3pPr>
              <a:defRPr lang="en-US" dirty="0" smtClean="0"/>
            </a:lvl3pPr>
            <a:lvl4pPr>
              <a:defRPr lang="en-US" dirty="0" smtClean="0"/>
            </a:lvl4pPr>
            <a:lvl5pPr>
              <a:defRPr lang="en-US" dirty="0"/>
            </a:lvl5pPr>
          </a:lstStyle>
          <a:p>
            <a:pPr marL="381009" lvl="0" indent="-381009"/>
            <a:r>
              <a:rPr lang="en-US"/>
              <a:t>Click to enter Footnotes no smaller than 7pt font</a:t>
            </a:r>
          </a:p>
        </p:txBody>
      </p:sp>
      <p:sp>
        <p:nvSpPr>
          <p:cNvPr id="12" name="Title 1">
            <a:extLst>
              <a:ext uri="{FF2B5EF4-FFF2-40B4-BE49-F238E27FC236}">
                <a16:creationId xmlns:a16="http://schemas.microsoft.com/office/drawing/2014/main" id="{45358313-6FED-4BB6-BD28-08073E56A871}"/>
              </a:ext>
            </a:extLst>
          </p:cNvPr>
          <p:cNvSpPr>
            <a:spLocks noGrp="1"/>
          </p:cNvSpPr>
          <p:nvPr>
            <p:ph type="title" hasCustomPrompt="1"/>
          </p:nvPr>
        </p:nvSpPr>
        <p:spPr>
          <a:xfrm>
            <a:off x="480323" y="387350"/>
            <a:ext cx="9397207" cy="984251"/>
          </a:xfrm>
        </p:spPr>
        <p:txBody>
          <a:bodyPr/>
          <a:lstStyle>
            <a:lvl1pPr marL="61385" indent="0">
              <a:lnSpc>
                <a:spcPct val="85000"/>
              </a:lnSpc>
              <a:defRPr sz="3200" baseline="0"/>
            </a:lvl1pPr>
          </a:lstStyle>
          <a:p>
            <a:r>
              <a:rPr lang="en-US"/>
              <a:t>All Titles In Title Case  </a:t>
            </a:r>
          </a:p>
        </p:txBody>
      </p:sp>
      <p:sp>
        <p:nvSpPr>
          <p:cNvPr id="13" name="Slide Number Placeholder 10">
            <a:extLst>
              <a:ext uri="{FF2B5EF4-FFF2-40B4-BE49-F238E27FC236}">
                <a16:creationId xmlns:a16="http://schemas.microsoft.com/office/drawing/2014/main" id="{E2E9B443-4B71-46E5-8653-076A35AA9105}"/>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3" name="Straight Connector 2">
            <a:extLst>
              <a:ext uri="{FF2B5EF4-FFF2-40B4-BE49-F238E27FC236}">
                <a16:creationId xmlns:a16="http://schemas.microsoft.com/office/drawing/2014/main" id="{5B647CC5-084D-796E-B827-26B4798C6E8F}"/>
              </a:ext>
            </a:extLst>
          </p:cNvPr>
          <p:cNvCxnSpPr>
            <a:cxnSpLocks/>
          </p:cNvCxnSpPr>
          <p:nvPr userDrawn="1"/>
        </p:nvCxnSpPr>
        <p:spPr>
          <a:xfrm>
            <a:off x="486229" y="1371603"/>
            <a:ext cx="1120986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AECB09D-9045-E9D3-DDF9-5C534A8951A7}"/>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3707685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Logo Upper 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CAF571-B9FA-4E39-B170-32074B27D4C1}"/>
              </a:ext>
            </a:extLst>
          </p:cNvPr>
          <p:cNvPicPr>
            <a:picLocks noChangeAspect="1"/>
          </p:cNvPicPr>
          <p:nvPr userDrawn="1"/>
        </p:nvPicPr>
        <p:blipFill>
          <a:blip r:embed="rId2"/>
          <a:srcRect/>
          <a:stretch/>
        </p:blipFill>
        <p:spPr>
          <a:xfrm>
            <a:off x="10098447" y="456816"/>
            <a:ext cx="1613232" cy="584416"/>
          </a:xfrm>
          <a:prstGeom prst="rect">
            <a:avLst/>
          </a:prstGeom>
        </p:spPr>
      </p:pic>
      <p:sp>
        <p:nvSpPr>
          <p:cNvPr id="12" name="Title 1">
            <a:extLst>
              <a:ext uri="{FF2B5EF4-FFF2-40B4-BE49-F238E27FC236}">
                <a16:creationId xmlns:a16="http://schemas.microsoft.com/office/drawing/2014/main" id="{45358313-6FED-4BB6-BD28-08073E56A871}"/>
              </a:ext>
            </a:extLst>
          </p:cNvPr>
          <p:cNvSpPr>
            <a:spLocks noGrp="1"/>
          </p:cNvSpPr>
          <p:nvPr>
            <p:ph type="title" hasCustomPrompt="1"/>
          </p:nvPr>
        </p:nvSpPr>
        <p:spPr>
          <a:xfrm>
            <a:off x="480323" y="387350"/>
            <a:ext cx="9397207" cy="984251"/>
          </a:xfrm>
        </p:spPr>
        <p:txBody>
          <a:bodyPr/>
          <a:lstStyle>
            <a:lvl1pPr marL="61385" indent="0">
              <a:lnSpc>
                <a:spcPct val="85000"/>
              </a:lnSpc>
              <a:defRPr sz="3200" baseline="0"/>
            </a:lvl1pPr>
          </a:lstStyle>
          <a:p>
            <a:r>
              <a:rPr lang="en-US"/>
              <a:t>All Titles In Title Case  </a:t>
            </a:r>
          </a:p>
        </p:txBody>
      </p:sp>
      <p:sp>
        <p:nvSpPr>
          <p:cNvPr id="13" name="Slide Number Placeholder 10">
            <a:extLst>
              <a:ext uri="{FF2B5EF4-FFF2-40B4-BE49-F238E27FC236}">
                <a16:creationId xmlns:a16="http://schemas.microsoft.com/office/drawing/2014/main" id="{E2E9B443-4B71-46E5-8653-076A35AA9105}"/>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3" name="Straight Connector 2">
            <a:extLst>
              <a:ext uri="{FF2B5EF4-FFF2-40B4-BE49-F238E27FC236}">
                <a16:creationId xmlns:a16="http://schemas.microsoft.com/office/drawing/2014/main" id="{40CA3C98-9FE6-997B-8154-E1F1CF341C17}"/>
              </a:ext>
            </a:extLst>
          </p:cNvPr>
          <p:cNvCxnSpPr>
            <a:cxnSpLocks/>
          </p:cNvCxnSpPr>
          <p:nvPr userDrawn="1"/>
        </p:nvCxnSpPr>
        <p:spPr>
          <a:xfrm>
            <a:off x="486229" y="1371603"/>
            <a:ext cx="1120986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698C1D0-3AD0-F9A1-48FE-5B9EA4A6E806}"/>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3732809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Logo Upper 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CAF571-B9FA-4E39-B170-32074B27D4C1}"/>
              </a:ext>
            </a:extLst>
          </p:cNvPr>
          <p:cNvPicPr>
            <a:picLocks noChangeAspect="1"/>
          </p:cNvPicPr>
          <p:nvPr userDrawn="1"/>
        </p:nvPicPr>
        <p:blipFill>
          <a:blip r:embed="rId2"/>
          <a:srcRect/>
          <a:stretch/>
        </p:blipFill>
        <p:spPr>
          <a:xfrm>
            <a:off x="10098447" y="456816"/>
            <a:ext cx="1613232" cy="584416"/>
          </a:xfrm>
          <a:prstGeom prst="rect">
            <a:avLst/>
          </a:prstGeom>
        </p:spPr>
      </p:pic>
      <p:sp>
        <p:nvSpPr>
          <p:cNvPr id="9" name="Text Placeholder 20">
            <a:extLst>
              <a:ext uri="{FF2B5EF4-FFF2-40B4-BE49-F238E27FC236}">
                <a16:creationId xmlns:a16="http://schemas.microsoft.com/office/drawing/2014/main" id="{A313DCBD-2BB9-41FD-83F0-CE5A7A4DE9E9}"/>
              </a:ext>
            </a:extLst>
          </p:cNvPr>
          <p:cNvSpPr>
            <a:spLocks noGrp="1"/>
          </p:cNvSpPr>
          <p:nvPr>
            <p:ph type="body" sz="quarter" idx="20" hasCustomPrompt="1"/>
          </p:nvPr>
        </p:nvSpPr>
        <p:spPr>
          <a:xfrm>
            <a:off x="457200" y="6616119"/>
            <a:ext cx="4114800" cy="212852"/>
          </a:xfrm>
          <a:prstGeom prst="rect">
            <a:avLst/>
          </a:prstGeom>
        </p:spPr>
        <p:txBody>
          <a:bodyPr anchor="ctr"/>
          <a:lstStyle>
            <a:lvl1pPr marL="0" indent="0">
              <a:buNone/>
              <a:defRPr lang="en-US" sz="933" b="0" cap="none" dirty="0" smtClean="0">
                <a:solidFill>
                  <a:schemeClr val="tx2"/>
                </a:solidFill>
              </a:defRPr>
            </a:lvl1pPr>
            <a:lvl2pPr>
              <a:defRPr lang="en-US" dirty="0" smtClean="0"/>
            </a:lvl2pPr>
            <a:lvl3pPr>
              <a:defRPr lang="en-US" dirty="0" smtClean="0"/>
            </a:lvl3pPr>
            <a:lvl4pPr>
              <a:defRPr lang="en-US" dirty="0" smtClean="0"/>
            </a:lvl4pPr>
            <a:lvl5pPr>
              <a:defRPr lang="en-US" dirty="0"/>
            </a:lvl5pPr>
          </a:lstStyle>
          <a:p>
            <a:pPr marL="381009" lvl="0" indent="-381009"/>
            <a:r>
              <a:rPr lang="en-US"/>
              <a:t>Click to enter Footnotes no smaller than 7pt font</a:t>
            </a:r>
          </a:p>
        </p:txBody>
      </p:sp>
      <p:sp>
        <p:nvSpPr>
          <p:cNvPr id="12" name="Title 1">
            <a:extLst>
              <a:ext uri="{FF2B5EF4-FFF2-40B4-BE49-F238E27FC236}">
                <a16:creationId xmlns:a16="http://schemas.microsoft.com/office/drawing/2014/main" id="{45358313-6FED-4BB6-BD28-08073E56A871}"/>
              </a:ext>
            </a:extLst>
          </p:cNvPr>
          <p:cNvSpPr>
            <a:spLocks noGrp="1"/>
          </p:cNvSpPr>
          <p:nvPr>
            <p:ph type="title" hasCustomPrompt="1"/>
          </p:nvPr>
        </p:nvSpPr>
        <p:spPr>
          <a:xfrm>
            <a:off x="480323" y="387350"/>
            <a:ext cx="9397207" cy="984251"/>
          </a:xfrm>
        </p:spPr>
        <p:txBody>
          <a:bodyPr/>
          <a:lstStyle>
            <a:lvl1pPr marL="61385" indent="0">
              <a:lnSpc>
                <a:spcPct val="85000"/>
              </a:lnSpc>
              <a:defRPr sz="3200" baseline="0"/>
            </a:lvl1pPr>
          </a:lstStyle>
          <a:p>
            <a:r>
              <a:rPr lang="en-US"/>
              <a:t>All Titles In Title Case  </a:t>
            </a:r>
          </a:p>
        </p:txBody>
      </p:sp>
      <p:sp>
        <p:nvSpPr>
          <p:cNvPr id="13" name="Slide Number Placeholder 10">
            <a:extLst>
              <a:ext uri="{FF2B5EF4-FFF2-40B4-BE49-F238E27FC236}">
                <a16:creationId xmlns:a16="http://schemas.microsoft.com/office/drawing/2014/main" id="{E2E9B443-4B71-46E5-8653-076A35AA9105}"/>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sp>
        <p:nvSpPr>
          <p:cNvPr id="3" name="Content Placeholder 3">
            <a:extLst>
              <a:ext uri="{FF2B5EF4-FFF2-40B4-BE49-F238E27FC236}">
                <a16:creationId xmlns:a16="http://schemas.microsoft.com/office/drawing/2014/main" id="{AD662518-1B1F-12F3-1C57-0D77BBA1167A}"/>
              </a:ext>
            </a:extLst>
          </p:cNvPr>
          <p:cNvSpPr>
            <a:spLocks noGrp="1"/>
          </p:cNvSpPr>
          <p:nvPr>
            <p:ph sz="quarter" idx="10" hasCustomPrompt="1"/>
          </p:nvPr>
        </p:nvSpPr>
        <p:spPr>
          <a:xfrm>
            <a:off x="471714" y="1515231"/>
            <a:ext cx="11209868" cy="4703233"/>
          </a:xfrm>
          <a:prstGeom prst="rect">
            <a:avLst/>
          </a:prstGeom>
        </p:spPr>
        <p:txBody>
          <a:bodyPr/>
          <a:lstStyle>
            <a:lvl1pPr marL="186271" indent="-186271">
              <a:buClr>
                <a:schemeClr val="accent1"/>
              </a:buClr>
              <a:buFont typeface="Arial" panose="020B0604020202020204" pitchFamily="34" charset="0"/>
              <a:buChar char="•"/>
              <a:tabLst/>
              <a:defRPr b="1" cap="none">
                <a:solidFill>
                  <a:schemeClr val="tx2"/>
                </a:solidFill>
              </a:defRPr>
            </a:lvl1pPr>
            <a:lvl2pPr marL="687934" indent="-262473">
              <a:spcBef>
                <a:spcPts val="400"/>
              </a:spcBef>
              <a:buClr>
                <a:schemeClr val="tx1"/>
              </a:buClr>
              <a:buSzPct val="120000"/>
              <a:buFont typeface="Helvetica" panose="020B0604020202020204" pitchFamily="34" charset="0"/>
              <a:buChar char="‒"/>
              <a:tabLst/>
              <a:defRPr lang="en-US" sz="1867" b="0" i="0" kern="1200" dirty="0" smtClean="0">
                <a:solidFill>
                  <a:schemeClr val="tx1"/>
                </a:solidFill>
                <a:latin typeface="Helvetica" panose="020B0604020202020204" pitchFamily="34" charset="0"/>
                <a:ea typeface="+mn-ea"/>
                <a:cs typeface="Helvetica" panose="020B0604020202020204" pitchFamily="34" charset="0"/>
              </a:defRPr>
            </a:lvl2pPr>
            <a:lvl3pPr marL="946175" indent="-158755">
              <a:spcBef>
                <a:spcPts val="400"/>
              </a:spcBef>
              <a:buClr>
                <a:schemeClr val="accent1"/>
              </a:buClr>
              <a:buFont typeface="Wingdings" panose="05000000000000000000" pitchFamily="2" charset="2"/>
              <a:buChar char="§"/>
              <a:tabLst/>
              <a:defRPr lang="en-US" sz="1600" b="0" i="0" kern="1200" dirty="0" smtClean="0">
                <a:solidFill>
                  <a:schemeClr val="accent1"/>
                </a:solidFill>
                <a:latin typeface="Helvetica" panose="020B0604020202020204" pitchFamily="34" charset="0"/>
                <a:ea typeface="+mn-ea"/>
                <a:cs typeface="Helvetica" panose="020B0604020202020204" pitchFamily="34" charset="0"/>
              </a:defRPr>
            </a:lvl3pPr>
            <a:lvl4pPr marL="1083760" indent="0">
              <a:spcBef>
                <a:spcPts val="533"/>
              </a:spcBef>
              <a:buClr>
                <a:schemeClr val="accent1"/>
              </a:buClr>
              <a:buFont typeface="Wingdings" pitchFamily="2" charset="2"/>
              <a:buNone/>
              <a:defRPr sz="1600">
                <a:solidFill>
                  <a:schemeClr val="accent1"/>
                </a:solidFill>
              </a:defRPr>
            </a:lvl4pPr>
            <a:lvl5pPr marL="1407618" indent="0">
              <a:buNone/>
              <a:defRPr/>
            </a:lvl5pPr>
            <a:lvl6pPr marL="2286058" indent="0">
              <a:buNone/>
              <a:defRPr/>
            </a:lvl6pPr>
          </a:lstStyle>
          <a:p>
            <a:pPr lvl="0"/>
            <a:r>
              <a:rPr lang="en-US"/>
              <a:t>Primary bullet text</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D93ACC19-D611-1E8A-260F-298D366244B2}"/>
              </a:ext>
            </a:extLst>
          </p:cNvPr>
          <p:cNvCxnSpPr>
            <a:cxnSpLocks/>
          </p:cNvCxnSpPr>
          <p:nvPr userDrawn="1"/>
        </p:nvCxnSpPr>
        <p:spPr>
          <a:xfrm>
            <a:off x="486229" y="1371603"/>
            <a:ext cx="1120986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5050FA2-3E23-3300-5C86-BB16C007FC55}"/>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13029355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ogo Upper 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CAF571-B9FA-4E39-B170-32074B27D4C1}"/>
              </a:ext>
            </a:extLst>
          </p:cNvPr>
          <p:cNvPicPr>
            <a:picLocks noChangeAspect="1"/>
          </p:cNvPicPr>
          <p:nvPr userDrawn="1"/>
        </p:nvPicPr>
        <p:blipFill>
          <a:blip r:embed="rId2"/>
          <a:srcRect/>
          <a:stretch/>
        </p:blipFill>
        <p:spPr>
          <a:xfrm>
            <a:off x="10098447" y="456816"/>
            <a:ext cx="1613232" cy="584416"/>
          </a:xfrm>
          <a:prstGeom prst="rect">
            <a:avLst/>
          </a:prstGeom>
        </p:spPr>
      </p:pic>
      <p:sp>
        <p:nvSpPr>
          <p:cNvPr id="12" name="Title 1">
            <a:extLst>
              <a:ext uri="{FF2B5EF4-FFF2-40B4-BE49-F238E27FC236}">
                <a16:creationId xmlns:a16="http://schemas.microsoft.com/office/drawing/2014/main" id="{45358313-6FED-4BB6-BD28-08073E56A871}"/>
              </a:ext>
            </a:extLst>
          </p:cNvPr>
          <p:cNvSpPr>
            <a:spLocks noGrp="1"/>
          </p:cNvSpPr>
          <p:nvPr>
            <p:ph type="title" hasCustomPrompt="1"/>
          </p:nvPr>
        </p:nvSpPr>
        <p:spPr>
          <a:xfrm>
            <a:off x="480323" y="387350"/>
            <a:ext cx="9397207" cy="984251"/>
          </a:xfrm>
        </p:spPr>
        <p:txBody>
          <a:bodyPr/>
          <a:lstStyle>
            <a:lvl1pPr marL="61385" indent="0">
              <a:lnSpc>
                <a:spcPct val="85000"/>
              </a:lnSpc>
              <a:defRPr sz="3200" baseline="0"/>
            </a:lvl1pPr>
          </a:lstStyle>
          <a:p>
            <a:r>
              <a:rPr lang="en-US"/>
              <a:t>All Titles In Title Case  </a:t>
            </a:r>
          </a:p>
        </p:txBody>
      </p:sp>
      <p:sp>
        <p:nvSpPr>
          <p:cNvPr id="13" name="Slide Number Placeholder 10">
            <a:extLst>
              <a:ext uri="{FF2B5EF4-FFF2-40B4-BE49-F238E27FC236}">
                <a16:creationId xmlns:a16="http://schemas.microsoft.com/office/drawing/2014/main" id="{E2E9B443-4B71-46E5-8653-076A35AA9105}"/>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sp>
        <p:nvSpPr>
          <p:cNvPr id="3" name="Content Placeholder 3">
            <a:extLst>
              <a:ext uri="{FF2B5EF4-FFF2-40B4-BE49-F238E27FC236}">
                <a16:creationId xmlns:a16="http://schemas.microsoft.com/office/drawing/2014/main" id="{AD662518-1B1F-12F3-1C57-0D77BBA1167A}"/>
              </a:ext>
            </a:extLst>
          </p:cNvPr>
          <p:cNvSpPr>
            <a:spLocks noGrp="1"/>
          </p:cNvSpPr>
          <p:nvPr>
            <p:ph sz="quarter" idx="10" hasCustomPrompt="1"/>
          </p:nvPr>
        </p:nvSpPr>
        <p:spPr>
          <a:xfrm>
            <a:off x="471714" y="1515231"/>
            <a:ext cx="11209868" cy="4703233"/>
          </a:xfrm>
          <a:prstGeom prst="rect">
            <a:avLst/>
          </a:prstGeom>
        </p:spPr>
        <p:txBody>
          <a:bodyPr/>
          <a:lstStyle>
            <a:lvl1pPr marL="186271" indent="-186271">
              <a:buClr>
                <a:schemeClr val="accent1"/>
              </a:buClr>
              <a:buFont typeface="Arial" panose="020B0604020202020204" pitchFamily="34" charset="0"/>
              <a:buChar char="•"/>
              <a:tabLst/>
              <a:defRPr b="1" cap="none">
                <a:solidFill>
                  <a:schemeClr val="tx2"/>
                </a:solidFill>
              </a:defRPr>
            </a:lvl1pPr>
            <a:lvl2pPr marL="687934" indent="-262473">
              <a:spcBef>
                <a:spcPts val="400"/>
              </a:spcBef>
              <a:buClr>
                <a:schemeClr val="tx1"/>
              </a:buClr>
              <a:buSzPct val="120000"/>
              <a:buFont typeface="Helvetica" panose="020B0604020202020204" pitchFamily="34" charset="0"/>
              <a:buChar char="‒"/>
              <a:tabLst/>
              <a:defRPr lang="en-US" sz="1867" b="0" i="0" kern="1200" dirty="0" smtClean="0">
                <a:solidFill>
                  <a:schemeClr val="tx1"/>
                </a:solidFill>
                <a:latin typeface="Helvetica" panose="020B0604020202020204" pitchFamily="34" charset="0"/>
                <a:ea typeface="+mn-ea"/>
                <a:cs typeface="Helvetica" panose="020B0604020202020204" pitchFamily="34" charset="0"/>
              </a:defRPr>
            </a:lvl2pPr>
            <a:lvl3pPr marL="946175" indent="-158755">
              <a:spcBef>
                <a:spcPts val="400"/>
              </a:spcBef>
              <a:buClr>
                <a:schemeClr val="accent1"/>
              </a:buClr>
              <a:buFont typeface="Wingdings" panose="05000000000000000000" pitchFamily="2" charset="2"/>
              <a:buChar char="§"/>
              <a:tabLst/>
              <a:defRPr lang="en-US" sz="1600" b="0" i="0" kern="1200" dirty="0" smtClean="0">
                <a:solidFill>
                  <a:schemeClr val="accent1"/>
                </a:solidFill>
                <a:latin typeface="Helvetica" panose="020B0604020202020204" pitchFamily="34" charset="0"/>
                <a:ea typeface="+mn-ea"/>
                <a:cs typeface="Helvetica" panose="020B0604020202020204" pitchFamily="34" charset="0"/>
              </a:defRPr>
            </a:lvl3pPr>
            <a:lvl4pPr marL="1083760" indent="0">
              <a:spcBef>
                <a:spcPts val="533"/>
              </a:spcBef>
              <a:buClr>
                <a:schemeClr val="accent1"/>
              </a:buClr>
              <a:buFont typeface="Wingdings" pitchFamily="2" charset="2"/>
              <a:buNone/>
              <a:defRPr sz="1600">
                <a:solidFill>
                  <a:schemeClr val="accent1"/>
                </a:solidFill>
              </a:defRPr>
            </a:lvl4pPr>
            <a:lvl5pPr marL="1407618" indent="0">
              <a:buNone/>
              <a:defRPr/>
            </a:lvl5pPr>
            <a:lvl6pPr marL="2286058" indent="0">
              <a:buNone/>
              <a:defRPr/>
            </a:lvl6pPr>
          </a:lstStyle>
          <a:p>
            <a:pPr lvl="0"/>
            <a:r>
              <a:rPr lang="en-US"/>
              <a:t>Primary bullet text</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BF81F255-C6FA-6AA9-1F5B-66FEC39B0FD3}"/>
              </a:ext>
            </a:extLst>
          </p:cNvPr>
          <p:cNvCxnSpPr>
            <a:cxnSpLocks/>
          </p:cNvCxnSpPr>
          <p:nvPr userDrawn="1"/>
        </p:nvCxnSpPr>
        <p:spPr>
          <a:xfrm>
            <a:off x="486229" y="1371603"/>
            <a:ext cx="1120986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0B35C01-E200-70A3-FD99-1979A80216E2}"/>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38861530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oser Statemen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068FA1-4641-441D-A3F2-4369D1ED1574}"/>
              </a:ext>
            </a:extLst>
          </p:cNvPr>
          <p:cNvSpPr txBox="1"/>
          <p:nvPr userDrawn="1"/>
        </p:nvSpPr>
        <p:spPr>
          <a:xfrm>
            <a:off x="501809" y="624021"/>
            <a:ext cx="11209868" cy="510909"/>
          </a:xfrm>
          <a:prstGeom prst="rect">
            <a:avLst/>
          </a:prstGeom>
        </p:spPr>
        <p:txBody>
          <a:bodyPr vert="horz" lIns="0" tIns="0" rIns="0" bIns="0" rtlCol="0" anchor="ctr" anchorCtr="0">
            <a:noAutofit/>
          </a:bodyPr>
          <a:lstStyle>
            <a:lvl1pPr marL="61382" indent="0" defTabSz="914377">
              <a:lnSpc>
                <a:spcPct val="85000"/>
              </a:lnSpc>
              <a:spcBef>
                <a:spcPct val="0"/>
              </a:spcBef>
              <a:buNone/>
              <a:defRPr sz="3200" b="1" i="0">
                <a:solidFill>
                  <a:schemeClr val="tx2"/>
                </a:solidFill>
                <a:latin typeface="Helvetica" panose="020B0604020202020204" pitchFamily="34" charset="0"/>
                <a:ea typeface="+mj-ea"/>
                <a:cs typeface="Helvetica" panose="020B0604020202020204" pitchFamily="34" charset="0"/>
              </a:defRPr>
            </a:lvl1pPr>
          </a:lstStyle>
          <a:p>
            <a:pPr lvl="0"/>
            <a:r>
              <a:rPr lang="en-CA" sz="2800"/>
              <a:t>Disclosures and Forward-Looking Statements/Safe Harbor</a:t>
            </a:r>
          </a:p>
        </p:txBody>
      </p:sp>
      <p:sp>
        <p:nvSpPr>
          <p:cNvPr id="5" name="TextBox 4">
            <a:extLst>
              <a:ext uri="{FF2B5EF4-FFF2-40B4-BE49-F238E27FC236}">
                <a16:creationId xmlns:a16="http://schemas.microsoft.com/office/drawing/2014/main" id="{0B646456-9331-4C8A-B1AE-4791308E9FD1}"/>
              </a:ext>
            </a:extLst>
          </p:cNvPr>
          <p:cNvSpPr txBox="1"/>
          <p:nvPr userDrawn="1"/>
        </p:nvSpPr>
        <p:spPr>
          <a:xfrm>
            <a:off x="457200" y="2059389"/>
            <a:ext cx="11224382" cy="507831"/>
          </a:xfrm>
          <a:prstGeom prst="rect">
            <a:avLst/>
          </a:prstGeom>
        </p:spPr>
        <p:txBody>
          <a:bodyPr wrap="square" rtlCol="0">
            <a:spAutoFit/>
          </a:bodyPr>
          <a:lstStyle/>
          <a:p>
            <a:pPr algn="l"/>
            <a:endParaRPr lang="en-CA" sz="2700"/>
          </a:p>
        </p:txBody>
      </p:sp>
      <p:sp>
        <p:nvSpPr>
          <p:cNvPr id="12" name="Rectangle 1">
            <a:extLst>
              <a:ext uri="{FF2B5EF4-FFF2-40B4-BE49-F238E27FC236}">
                <a16:creationId xmlns:a16="http://schemas.microsoft.com/office/drawing/2014/main" id="{600C794F-3509-4B34-B608-9DF36512845F}"/>
              </a:ext>
            </a:extLst>
          </p:cNvPr>
          <p:cNvSpPr>
            <a:spLocks noChangeArrowheads="1"/>
          </p:cNvSpPr>
          <p:nvPr userDrawn="1"/>
        </p:nvSpPr>
        <p:spPr bwMode="auto">
          <a:xfrm>
            <a:off x="501809" y="1632467"/>
            <a:ext cx="11209868"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46" rtl="0" eaLnBrk="0" fontAlgn="base" latinLnBrk="0" hangingPunct="0">
              <a:lnSpc>
                <a:spcPct val="100000"/>
              </a:lnSpc>
              <a:spcBef>
                <a:spcPct val="0"/>
              </a:spcBef>
              <a:spcAft>
                <a:spcPct val="0"/>
              </a:spcAft>
              <a:buClrTx/>
              <a:buSzTx/>
              <a:buFontTx/>
              <a:buNone/>
              <a:tabLst/>
            </a:pPr>
            <a:r>
              <a:rPr kumimoji="0" lang="en-CA" altLang="en-US" sz="1400" b="0" i="0" u="none" strike="noStrike" cap="none" normalizeH="0" baseline="0">
                <a:ln>
                  <a:noFill/>
                </a:ln>
                <a:solidFill>
                  <a:schemeClr val="tx1"/>
                </a:solidFill>
                <a:effectLst/>
                <a:latin typeface="+mn-lt"/>
                <a:ea typeface="Calibri" panose="020F0502020204030204" pitchFamily="34" charset="0"/>
              </a:rPr>
              <a:t>This presentation contains forward-looking statements about Arcus Biosciences, Inc. (“we,” ”Arcus” or the “Company”) made pursuant to the safe harbor provisions of the Private Securities Litigation Reform Act of 1995. All statements other than statements of historical facts contained in this presentation are forward-looking statements, including statements about the advantages of our investigational products. These forward-looking statements are subject to a number of risks, uncertainties and assumptions that may cause actual results to differ materially from those contained in any forward-looking statements we may make, including, but not limited to: the inherent uncertainty associated with pharmaceutical product development and clinical trials, the applicability of the data and results described herein to our clinical development plans and clinical trials, and changes in the competitive landscape.</a:t>
            </a:r>
          </a:p>
          <a:p>
            <a:pPr marL="0" marR="0" lvl="0" indent="0" algn="l" defTabSz="914446" rtl="0" eaLnBrk="0" fontAlgn="base" latinLnBrk="0" hangingPunct="0">
              <a:lnSpc>
                <a:spcPct val="100000"/>
              </a:lnSpc>
              <a:spcBef>
                <a:spcPct val="0"/>
              </a:spcBef>
              <a:spcAft>
                <a:spcPct val="0"/>
              </a:spcAft>
              <a:buClrTx/>
              <a:buSzTx/>
              <a:buFontTx/>
              <a:buNone/>
              <a:tabLst/>
            </a:pPr>
            <a:endParaRPr kumimoji="0" lang="en-CA" altLang="en-US" sz="1400" b="0" i="0" u="none" strike="noStrike" cap="none" normalizeH="0" baseline="0">
              <a:ln>
                <a:noFill/>
              </a:ln>
              <a:solidFill>
                <a:schemeClr val="tx1"/>
              </a:solidFill>
              <a:effectLst/>
              <a:latin typeface="+mn-lt"/>
              <a:ea typeface="Calibri" panose="020F0502020204030204" pitchFamily="34" charset="0"/>
            </a:endParaRPr>
          </a:p>
          <a:p>
            <a:pPr marL="0" marR="0" lvl="0" indent="0" algn="l" defTabSz="914446" rtl="0" eaLnBrk="0" fontAlgn="base" latinLnBrk="0" hangingPunct="0">
              <a:lnSpc>
                <a:spcPct val="100000"/>
              </a:lnSpc>
              <a:spcBef>
                <a:spcPct val="0"/>
              </a:spcBef>
              <a:spcAft>
                <a:spcPct val="0"/>
              </a:spcAft>
              <a:buClrTx/>
              <a:buSzTx/>
              <a:buFontTx/>
              <a:buNone/>
              <a:tabLst/>
            </a:pPr>
            <a:r>
              <a:rPr kumimoji="0" lang="en-CA" altLang="en-US" sz="1400" b="0" i="0" u="none" strike="noStrike" cap="none" normalizeH="0" baseline="0">
                <a:ln>
                  <a:noFill/>
                </a:ln>
                <a:solidFill>
                  <a:schemeClr val="tx1"/>
                </a:solidFill>
                <a:effectLst/>
                <a:latin typeface="+mn-lt"/>
                <a:ea typeface="Calibri" panose="020F0502020204030204" pitchFamily="34" charset="0"/>
              </a:rPr>
              <a:t>We operate in a very competitive and rapidly changing environment. New risks emerge from time to time. It is not possible for our management to predict all risks, nor can we assess the impact of all factors on our business or the extent to which any factor, or combination of factors, may cause actual results to differ materially and adversely from those anticipated or implied in the forward-looking statements. Further information on these and other factors that could affect the forward-looking statements made herein are described in reports we file from time to time with the Securities and Exchange Commission.</a:t>
            </a:r>
          </a:p>
          <a:p>
            <a:pPr marL="0" marR="0" lvl="0" indent="0" algn="l" defTabSz="914446" rtl="0" eaLnBrk="0" fontAlgn="base" latinLnBrk="0" hangingPunct="0">
              <a:lnSpc>
                <a:spcPct val="100000"/>
              </a:lnSpc>
              <a:spcBef>
                <a:spcPct val="0"/>
              </a:spcBef>
              <a:spcAft>
                <a:spcPct val="0"/>
              </a:spcAft>
              <a:buClrTx/>
              <a:buSzTx/>
              <a:buFontTx/>
              <a:buNone/>
              <a:tabLst/>
            </a:pPr>
            <a:endParaRPr kumimoji="0" lang="en-CA" altLang="en-US" sz="1400" b="0" i="0" u="none" strike="noStrike" cap="none" normalizeH="0" baseline="0">
              <a:ln>
                <a:noFill/>
              </a:ln>
              <a:solidFill>
                <a:schemeClr val="tx1"/>
              </a:solidFill>
              <a:effectLst/>
              <a:latin typeface="+mn-lt"/>
              <a:ea typeface="Calibri" panose="020F0502020204030204" pitchFamily="34" charset="0"/>
            </a:endParaRPr>
          </a:p>
          <a:p>
            <a:pPr marL="0" marR="0" lvl="0" indent="0" algn="l" defTabSz="914446" rtl="0" eaLnBrk="0" fontAlgn="base" latinLnBrk="0" hangingPunct="0">
              <a:lnSpc>
                <a:spcPct val="100000"/>
              </a:lnSpc>
              <a:spcBef>
                <a:spcPct val="0"/>
              </a:spcBef>
              <a:spcAft>
                <a:spcPct val="0"/>
              </a:spcAft>
              <a:buClrTx/>
              <a:buSzTx/>
              <a:buFontTx/>
              <a:buNone/>
              <a:tabLst/>
            </a:pPr>
            <a:r>
              <a:rPr kumimoji="0" lang="en-CA" altLang="en-US" sz="1400" b="0" i="0" u="none" strike="noStrike" cap="none" normalizeH="0" baseline="0">
                <a:ln>
                  <a:noFill/>
                </a:ln>
                <a:solidFill>
                  <a:schemeClr val="tx1"/>
                </a:solidFill>
                <a:effectLst/>
                <a:latin typeface="+mn-lt"/>
                <a:ea typeface="Calibri" panose="020F0502020204030204" pitchFamily="34" charset="0"/>
              </a:rPr>
              <a:t>You should not rely upon forward-looking statements as predictions of future events. Except as required by law, neither we nor any other person assumes responsibility for the accuracy and completeness of the forward-looking statements. We undertake no obligation to update publicly and forward-looking statements for any reason after the date of this presentation to confirm these statements to actual results or to changes in our expectations.</a:t>
            </a:r>
          </a:p>
          <a:p>
            <a:pPr marL="0" marR="0" lvl="0" indent="0" algn="l" defTabSz="914446" rtl="0" eaLnBrk="0" fontAlgn="base" latinLnBrk="0" hangingPunct="0">
              <a:lnSpc>
                <a:spcPct val="100000"/>
              </a:lnSpc>
              <a:spcBef>
                <a:spcPct val="0"/>
              </a:spcBef>
              <a:spcAft>
                <a:spcPct val="0"/>
              </a:spcAft>
              <a:buClrTx/>
              <a:buSzTx/>
              <a:buFontTx/>
              <a:buNone/>
              <a:tabLst/>
            </a:pPr>
            <a:endParaRPr kumimoji="0" lang="en-CA" altLang="en-US" sz="1400" b="0" i="0" u="none" strike="noStrike" cap="none" normalizeH="0" baseline="0">
              <a:ln>
                <a:noFill/>
              </a:ln>
              <a:solidFill>
                <a:schemeClr val="tx1"/>
              </a:solidFill>
              <a:effectLst/>
              <a:latin typeface="+mn-lt"/>
              <a:ea typeface="Calibri" panose="020F0502020204030204" pitchFamily="34" charset="0"/>
            </a:endParaRPr>
          </a:p>
          <a:p>
            <a:pPr marL="0" marR="0" lvl="0" indent="0" algn="l" defTabSz="914446" rtl="0" eaLnBrk="0" fontAlgn="base" latinLnBrk="0" hangingPunct="0">
              <a:lnSpc>
                <a:spcPct val="100000"/>
              </a:lnSpc>
              <a:spcBef>
                <a:spcPct val="0"/>
              </a:spcBef>
              <a:spcAft>
                <a:spcPct val="0"/>
              </a:spcAft>
              <a:buClrTx/>
              <a:buSzTx/>
              <a:buFontTx/>
              <a:buNone/>
              <a:tabLst/>
            </a:pPr>
            <a:endParaRPr kumimoji="0" lang="en-CA" altLang="en-US" sz="1400" b="0" i="0" u="none" strike="noStrike" cap="none" normalizeH="0" baseline="0">
              <a:ln>
                <a:noFill/>
              </a:ln>
              <a:solidFill>
                <a:schemeClr val="tx1"/>
              </a:solidFill>
              <a:effectLst/>
              <a:latin typeface="+mn-lt"/>
              <a:ea typeface="Calibri" panose="020F0502020204030204" pitchFamily="34" charset="0"/>
            </a:endParaRPr>
          </a:p>
          <a:p>
            <a:pPr marL="0" marR="0" lvl="0" indent="0" algn="l" defTabSz="914446" rtl="0" eaLnBrk="0" fontAlgn="base" latinLnBrk="0" hangingPunct="0">
              <a:lnSpc>
                <a:spcPct val="100000"/>
              </a:lnSpc>
              <a:spcBef>
                <a:spcPct val="0"/>
              </a:spcBef>
              <a:spcAft>
                <a:spcPct val="0"/>
              </a:spcAft>
              <a:buClrTx/>
              <a:buSzTx/>
              <a:buFontTx/>
              <a:buNone/>
              <a:tabLst/>
            </a:pPr>
            <a:endParaRPr kumimoji="0" lang="en-CA" altLang="en-US" sz="1400" b="0" i="0" u="none" strike="noStrike" cap="none" normalizeH="0" baseline="0">
              <a:ln>
                <a:noFill/>
              </a:ln>
              <a:solidFill>
                <a:schemeClr val="tx1"/>
              </a:solidFill>
              <a:effectLst/>
              <a:latin typeface="+mn-lt"/>
            </a:endParaRPr>
          </a:p>
        </p:txBody>
      </p:sp>
      <p:pic>
        <p:nvPicPr>
          <p:cNvPr id="10" name="Picture 9">
            <a:extLst>
              <a:ext uri="{FF2B5EF4-FFF2-40B4-BE49-F238E27FC236}">
                <a16:creationId xmlns:a16="http://schemas.microsoft.com/office/drawing/2014/main" id="{899D7D75-BB2E-4BB0-BFE5-58A58C9FBE03}"/>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13" name="Slide Number Placeholder 10">
            <a:extLst>
              <a:ext uri="{FF2B5EF4-FFF2-40B4-BE49-F238E27FC236}">
                <a16:creationId xmlns:a16="http://schemas.microsoft.com/office/drawing/2014/main" id="{40AFA2E0-0557-4B97-8DE8-8FF722495E0C}"/>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4" name="Straight Connector 3">
            <a:extLst>
              <a:ext uri="{FF2B5EF4-FFF2-40B4-BE49-F238E27FC236}">
                <a16:creationId xmlns:a16="http://schemas.microsoft.com/office/drawing/2014/main" id="{31C52D45-6FF2-ECB0-51BA-711023DC85EA}"/>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9646475-888C-8EBB-3E50-29DF4F64781B}"/>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18144443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2" pos="384">
          <p15:clr>
            <a:srgbClr val="FBAE40"/>
          </p15:clr>
        </p15:guide>
        <p15:guide id="3" pos="501">
          <p15:clr>
            <a:srgbClr val="FBAE40"/>
          </p15:clr>
        </p15:guide>
        <p15:guide id="4" pos="645">
          <p15:clr>
            <a:srgbClr val="FBAE40"/>
          </p15:clr>
        </p15:guide>
        <p15:guide id="5" pos="857">
          <p15:clr>
            <a:srgbClr val="FBAE40"/>
          </p15:clr>
        </p15:guide>
        <p15:guide id="6" pos="108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fidentiality Statemen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068FA1-4641-441D-A3F2-4369D1ED1574}"/>
              </a:ext>
            </a:extLst>
          </p:cNvPr>
          <p:cNvSpPr txBox="1"/>
          <p:nvPr userDrawn="1"/>
        </p:nvSpPr>
        <p:spPr>
          <a:xfrm>
            <a:off x="501809" y="624021"/>
            <a:ext cx="11209868" cy="510909"/>
          </a:xfrm>
          <a:prstGeom prst="rect">
            <a:avLst/>
          </a:prstGeom>
        </p:spPr>
        <p:txBody>
          <a:bodyPr vert="horz" lIns="0" tIns="0" rIns="0" bIns="0" rtlCol="0" anchor="ctr" anchorCtr="0">
            <a:noAutofit/>
          </a:bodyPr>
          <a:lstStyle>
            <a:lvl1pPr marL="61382" indent="0" defTabSz="914377">
              <a:lnSpc>
                <a:spcPct val="85000"/>
              </a:lnSpc>
              <a:spcBef>
                <a:spcPct val="0"/>
              </a:spcBef>
              <a:buNone/>
              <a:defRPr sz="3200" b="1" i="0">
                <a:solidFill>
                  <a:schemeClr val="tx2"/>
                </a:solidFill>
                <a:latin typeface="Helvetica" panose="020B0604020202020204" pitchFamily="34" charset="0"/>
                <a:ea typeface="+mj-ea"/>
                <a:cs typeface="Helvetica" panose="020B0604020202020204" pitchFamily="34" charset="0"/>
              </a:defRPr>
            </a:lvl1pPr>
          </a:lstStyle>
          <a:p>
            <a:pPr lvl="0"/>
            <a:r>
              <a:rPr lang="en-CA" sz="3200"/>
              <a:t>Confidentiality</a:t>
            </a:r>
          </a:p>
        </p:txBody>
      </p:sp>
      <p:sp>
        <p:nvSpPr>
          <p:cNvPr id="5" name="TextBox 4">
            <a:extLst>
              <a:ext uri="{FF2B5EF4-FFF2-40B4-BE49-F238E27FC236}">
                <a16:creationId xmlns:a16="http://schemas.microsoft.com/office/drawing/2014/main" id="{0B646456-9331-4C8A-B1AE-4791308E9FD1}"/>
              </a:ext>
            </a:extLst>
          </p:cNvPr>
          <p:cNvSpPr txBox="1"/>
          <p:nvPr userDrawn="1"/>
        </p:nvSpPr>
        <p:spPr>
          <a:xfrm>
            <a:off x="457200" y="2059389"/>
            <a:ext cx="11224382" cy="507831"/>
          </a:xfrm>
          <a:prstGeom prst="rect">
            <a:avLst/>
          </a:prstGeom>
        </p:spPr>
        <p:txBody>
          <a:bodyPr wrap="square" rtlCol="0">
            <a:spAutoFit/>
          </a:bodyPr>
          <a:lstStyle/>
          <a:p>
            <a:pPr algn="l"/>
            <a:endParaRPr lang="en-CA" sz="2700"/>
          </a:p>
        </p:txBody>
      </p:sp>
      <p:sp>
        <p:nvSpPr>
          <p:cNvPr id="12" name="Rectangle 1">
            <a:extLst>
              <a:ext uri="{FF2B5EF4-FFF2-40B4-BE49-F238E27FC236}">
                <a16:creationId xmlns:a16="http://schemas.microsoft.com/office/drawing/2014/main" id="{600C794F-3509-4B34-B608-9DF36512845F}"/>
              </a:ext>
            </a:extLst>
          </p:cNvPr>
          <p:cNvSpPr>
            <a:spLocks noChangeArrowheads="1"/>
          </p:cNvSpPr>
          <p:nvPr userDrawn="1"/>
        </p:nvSpPr>
        <p:spPr bwMode="auto">
          <a:xfrm>
            <a:off x="486229" y="1652969"/>
            <a:ext cx="11054336" cy="1405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46" rtl="0" eaLnBrk="0" fontAlgn="base" latinLnBrk="0" hangingPunct="0">
              <a:lnSpc>
                <a:spcPct val="100000"/>
              </a:lnSpc>
              <a:spcBef>
                <a:spcPct val="0"/>
              </a:spcBef>
              <a:spcAft>
                <a:spcPct val="0"/>
              </a:spcAft>
              <a:buClrTx/>
              <a:buSzTx/>
              <a:buFontTx/>
              <a:buNone/>
              <a:tabLst/>
            </a:pPr>
            <a:r>
              <a:rPr kumimoji="0" lang="en-CA" altLang="en-US" sz="2133" b="0" i="0" u="none" strike="noStrike" cap="none" normalizeH="0" baseline="0">
                <a:ln>
                  <a:noFill/>
                </a:ln>
                <a:solidFill>
                  <a:schemeClr val="tx1"/>
                </a:solidFill>
                <a:effectLst/>
                <a:latin typeface="+mn-lt"/>
                <a:ea typeface="Calibri" panose="020F0502020204030204" pitchFamily="34" charset="0"/>
              </a:rPr>
              <a:t>The information in this presentation is confidential and proprietary to Arcus Biosciences and is provided for the sole purpose of exploring a business opportunity with Arcus. Any other use as well as any disclosure or distribution to any third party is strictly prohibited without Arcus’s express written permission.</a:t>
            </a:r>
            <a:endParaRPr kumimoji="0" lang="en-CA" altLang="en-US" sz="2933" b="0" i="0" u="none" strike="noStrike" cap="none" normalizeH="0" baseline="0">
              <a:ln>
                <a:noFill/>
              </a:ln>
              <a:solidFill>
                <a:schemeClr val="tx1"/>
              </a:solidFill>
              <a:effectLst/>
              <a:latin typeface="+mn-lt"/>
            </a:endParaRPr>
          </a:p>
        </p:txBody>
      </p:sp>
      <p:pic>
        <p:nvPicPr>
          <p:cNvPr id="9" name="Picture 8">
            <a:extLst>
              <a:ext uri="{FF2B5EF4-FFF2-40B4-BE49-F238E27FC236}">
                <a16:creationId xmlns:a16="http://schemas.microsoft.com/office/drawing/2014/main" id="{7FE7A0F5-2BB7-49C2-8F26-5C0AF2CCF2F1}"/>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10" name="Slide Number Placeholder 10">
            <a:extLst>
              <a:ext uri="{FF2B5EF4-FFF2-40B4-BE49-F238E27FC236}">
                <a16:creationId xmlns:a16="http://schemas.microsoft.com/office/drawing/2014/main" id="{12DE12AC-620A-41B7-9DED-4C0C26B8A4AD}"/>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4" name="Straight Connector 3">
            <a:extLst>
              <a:ext uri="{FF2B5EF4-FFF2-40B4-BE49-F238E27FC236}">
                <a16:creationId xmlns:a16="http://schemas.microsoft.com/office/drawing/2014/main" id="{8A552A75-6C2F-8494-6B16-B22B66992F13}"/>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CF8B205-12E1-676D-043D-8E16A7E51242}"/>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8361504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2" pos="384">
          <p15:clr>
            <a:srgbClr val="FBAE40"/>
          </p15:clr>
        </p15:guide>
        <p15:guide id="3" pos="501">
          <p15:clr>
            <a:srgbClr val="FBAE40"/>
          </p15:clr>
        </p15:guide>
        <p15:guide id="4" pos="645">
          <p15:clr>
            <a:srgbClr val="FBAE40"/>
          </p15:clr>
        </p15:guide>
        <p15:guide id="5" pos="857">
          <p15:clr>
            <a:srgbClr val="FBAE40"/>
          </p15:clr>
        </p15:guide>
        <p15:guide id="6" pos="108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plit Content No Logo">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D4E5A57-220F-4295-BBA6-611993F1A651}"/>
              </a:ext>
            </a:extLst>
          </p:cNvPr>
          <p:cNvSpPr/>
          <p:nvPr userDrawn="1"/>
        </p:nvSpPr>
        <p:spPr>
          <a:xfrm>
            <a:off x="6146800" y="1401600"/>
            <a:ext cx="6045202" cy="5456400"/>
          </a:xfrm>
          <a:prstGeom prst="rect">
            <a:avLst/>
          </a:prstGeom>
          <a:blipFill>
            <a:blip r:embed="rId2" cstate="email">
              <a:extLst>
                <a:ext uri="{28A0092B-C50C-407E-A947-70E740481C1C}">
                  <a14:useLocalDpi xmlns:a14="http://schemas.microsoft.com/office/drawing/2010/main"/>
                </a:ext>
              </a:extLst>
            </a:blip>
            <a:stretch>
              <a:fillRect t="-2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solidFill>
                <a:schemeClr val="bg1"/>
              </a:solidFill>
            </a:endParaRPr>
          </a:p>
        </p:txBody>
      </p:sp>
      <p:sp>
        <p:nvSpPr>
          <p:cNvPr id="2" name="Title 1">
            <a:extLst>
              <a:ext uri="{FF2B5EF4-FFF2-40B4-BE49-F238E27FC236}">
                <a16:creationId xmlns:a16="http://schemas.microsoft.com/office/drawing/2014/main" id="{9FDA71BE-0EA0-854D-88EB-E98FC6A4DAFE}"/>
              </a:ext>
            </a:extLst>
          </p:cNvPr>
          <p:cNvSpPr>
            <a:spLocks noGrp="1"/>
          </p:cNvSpPr>
          <p:nvPr>
            <p:ph type="title" hasCustomPrompt="1"/>
          </p:nvPr>
        </p:nvSpPr>
        <p:spPr>
          <a:xfrm>
            <a:off x="480323" y="387350"/>
            <a:ext cx="11201260" cy="984251"/>
          </a:xfrm>
        </p:spPr>
        <p:txBody>
          <a:bodyPr/>
          <a:lstStyle>
            <a:lvl1pPr marL="61385" indent="0">
              <a:lnSpc>
                <a:spcPct val="85000"/>
              </a:lnSpc>
              <a:defRPr sz="3200"/>
            </a:lvl1pPr>
          </a:lstStyle>
          <a:p>
            <a:r>
              <a:rPr lang="en-US"/>
              <a:t>All Titles In Title Case  </a:t>
            </a:r>
          </a:p>
        </p:txBody>
      </p:sp>
      <p:sp>
        <p:nvSpPr>
          <p:cNvPr id="13" name="Text Placeholder 20">
            <a:extLst>
              <a:ext uri="{FF2B5EF4-FFF2-40B4-BE49-F238E27FC236}">
                <a16:creationId xmlns:a16="http://schemas.microsoft.com/office/drawing/2014/main" id="{D404637B-E371-A946-8EA1-2046C1AF9832}"/>
              </a:ext>
            </a:extLst>
          </p:cNvPr>
          <p:cNvSpPr>
            <a:spLocks noGrp="1"/>
          </p:cNvSpPr>
          <p:nvPr>
            <p:ph type="body" sz="quarter" idx="20" hasCustomPrompt="1"/>
          </p:nvPr>
        </p:nvSpPr>
        <p:spPr>
          <a:xfrm>
            <a:off x="457200" y="6610312"/>
            <a:ext cx="4114800" cy="218661"/>
          </a:xfrm>
          <a:prstGeom prst="rect">
            <a:avLst/>
          </a:prstGeom>
        </p:spPr>
        <p:txBody>
          <a:bodyPr anchor="ctr"/>
          <a:lstStyle>
            <a:lvl1pPr marL="0" indent="0">
              <a:buNone/>
              <a:defRPr lang="en-US" sz="933" b="0" cap="none" dirty="0" smtClean="0">
                <a:solidFill>
                  <a:schemeClr val="tx2"/>
                </a:solidFill>
              </a:defRPr>
            </a:lvl1pPr>
            <a:lvl2pPr>
              <a:defRPr lang="en-US" dirty="0" smtClean="0"/>
            </a:lvl2pPr>
            <a:lvl3pPr>
              <a:defRPr lang="en-US" dirty="0" smtClean="0"/>
            </a:lvl3pPr>
            <a:lvl4pPr>
              <a:defRPr lang="en-US" dirty="0" smtClean="0"/>
            </a:lvl4pPr>
            <a:lvl5pPr>
              <a:defRPr lang="en-US" dirty="0"/>
            </a:lvl5pPr>
          </a:lstStyle>
          <a:p>
            <a:pPr marL="381009" lvl="0" indent="-381009"/>
            <a:r>
              <a:rPr lang="en-US"/>
              <a:t>Click to enter Footnotes no smaller than 7pt font</a:t>
            </a:r>
          </a:p>
        </p:txBody>
      </p:sp>
      <p:pic>
        <p:nvPicPr>
          <p:cNvPr id="12" name="Picture 11">
            <a:extLst>
              <a:ext uri="{FF2B5EF4-FFF2-40B4-BE49-F238E27FC236}">
                <a16:creationId xmlns:a16="http://schemas.microsoft.com/office/drawing/2014/main" id="{4F8DEDF8-2431-473D-977A-C9DE4560679E}"/>
              </a:ext>
            </a:extLst>
          </p:cNvPr>
          <p:cNvPicPr>
            <a:picLocks noChangeAspect="1"/>
          </p:cNvPicPr>
          <p:nvPr userDrawn="1"/>
        </p:nvPicPr>
        <p:blipFill>
          <a:blip r:embed="rId3"/>
          <a:srcRect/>
          <a:stretch/>
        </p:blipFill>
        <p:spPr>
          <a:xfrm>
            <a:off x="10731557" y="6249861"/>
            <a:ext cx="1136893" cy="414000"/>
          </a:xfrm>
          <a:prstGeom prst="rect">
            <a:avLst/>
          </a:prstGeom>
        </p:spPr>
      </p:pic>
      <p:sp>
        <p:nvSpPr>
          <p:cNvPr id="11" name="Content Placeholder 3">
            <a:extLst>
              <a:ext uri="{FF2B5EF4-FFF2-40B4-BE49-F238E27FC236}">
                <a16:creationId xmlns:a16="http://schemas.microsoft.com/office/drawing/2014/main" id="{997AD69D-3A14-4819-B8A0-E0EC80AA69EE}"/>
              </a:ext>
            </a:extLst>
          </p:cNvPr>
          <p:cNvSpPr>
            <a:spLocks noGrp="1"/>
          </p:cNvSpPr>
          <p:nvPr>
            <p:ph sz="quarter" idx="10" hasCustomPrompt="1"/>
          </p:nvPr>
        </p:nvSpPr>
        <p:spPr>
          <a:xfrm>
            <a:off x="471714" y="1515231"/>
            <a:ext cx="5675086" cy="4703233"/>
          </a:xfrm>
          <a:prstGeom prst="rect">
            <a:avLst/>
          </a:prstGeom>
        </p:spPr>
        <p:txBody>
          <a:bodyPr/>
          <a:lstStyle>
            <a:lvl1pPr marL="186271" indent="-186271">
              <a:buClr>
                <a:schemeClr val="accent1"/>
              </a:buClr>
              <a:buFont typeface="Arial" panose="020B0604020202020204" pitchFamily="34" charset="0"/>
              <a:buChar char="•"/>
              <a:tabLst/>
              <a:defRPr b="1" cap="none">
                <a:solidFill>
                  <a:schemeClr val="tx2"/>
                </a:solidFill>
              </a:defRPr>
            </a:lvl1pPr>
            <a:lvl2pPr marL="685800" indent="-260350">
              <a:spcBef>
                <a:spcPts val="400"/>
              </a:spcBef>
              <a:buClr>
                <a:schemeClr val="tx1"/>
              </a:buClr>
              <a:buSzPct val="120000"/>
              <a:buFont typeface="Helvetica" panose="020B0604020202020204" pitchFamily="34" charset="0"/>
              <a:buChar char="‒"/>
              <a:tabLst/>
              <a:defRPr lang="en-US" sz="1867" b="0" i="0" kern="1200" dirty="0" smtClean="0">
                <a:solidFill>
                  <a:schemeClr val="tx1"/>
                </a:solidFill>
                <a:latin typeface="Helvetica" panose="020B0604020202020204" pitchFamily="34" charset="0"/>
                <a:ea typeface="+mn-ea"/>
                <a:cs typeface="Helvetica" panose="020B0604020202020204" pitchFamily="34" charset="0"/>
              </a:defRPr>
            </a:lvl2pPr>
            <a:lvl3pPr marL="1028700" indent="-158750">
              <a:spcBef>
                <a:spcPts val="400"/>
              </a:spcBef>
              <a:buClr>
                <a:schemeClr val="accent1"/>
              </a:buClr>
              <a:buFont typeface="Wingdings" panose="05000000000000000000" pitchFamily="2" charset="2"/>
              <a:buChar char="§"/>
              <a:tabLst/>
              <a:defRPr lang="en-US" sz="1600" b="0" i="0" kern="1200" dirty="0" smtClean="0">
                <a:solidFill>
                  <a:schemeClr val="accent1"/>
                </a:solidFill>
                <a:latin typeface="Helvetica" panose="020B0604020202020204" pitchFamily="34" charset="0"/>
                <a:ea typeface="+mn-ea"/>
                <a:cs typeface="Helvetica" panose="020B0604020202020204" pitchFamily="34" charset="0"/>
              </a:defRPr>
            </a:lvl3pPr>
            <a:lvl4pPr marL="1083760" indent="0">
              <a:spcBef>
                <a:spcPts val="533"/>
              </a:spcBef>
              <a:buClr>
                <a:schemeClr val="accent1"/>
              </a:buClr>
              <a:buFont typeface="Wingdings" pitchFamily="2" charset="2"/>
              <a:buNone/>
              <a:defRPr sz="1600">
                <a:solidFill>
                  <a:schemeClr val="accent1"/>
                </a:solidFill>
              </a:defRPr>
            </a:lvl4pPr>
            <a:lvl5pPr marL="1407618" indent="0">
              <a:buNone/>
              <a:defRPr/>
            </a:lvl5pPr>
            <a:lvl6pPr marL="2286058" indent="0">
              <a:buNone/>
              <a:defRPr/>
            </a:lvl6pPr>
          </a:lstStyle>
          <a:p>
            <a:pPr lvl="0"/>
            <a:r>
              <a:rPr lang="en-US"/>
              <a:t>Primary bullet text</a:t>
            </a:r>
          </a:p>
          <a:p>
            <a:pPr lvl="1"/>
            <a:r>
              <a:rPr lang="en-US"/>
              <a:t>Second level</a:t>
            </a:r>
          </a:p>
          <a:p>
            <a:pPr lvl="2"/>
            <a:r>
              <a:rPr lang="en-US"/>
              <a:t>Third level</a:t>
            </a:r>
          </a:p>
        </p:txBody>
      </p:sp>
      <p:sp>
        <p:nvSpPr>
          <p:cNvPr id="17" name="Text Placeholder 6">
            <a:extLst>
              <a:ext uri="{FF2B5EF4-FFF2-40B4-BE49-F238E27FC236}">
                <a16:creationId xmlns:a16="http://schemas.microsoft.com/office/drawing/2014/main" id="{B104CC81-C1EA-40C9-AD03-2945E62A7A77}"/>
              </a:ext>
            </a:extLst>
          </p:cNvPr>
          <p:cNvSpPr>
            <a:spLocks noGrp="1"/>
          </p:cNvSpPr>
          <p:nvPr>
            <p:ph type="body" sz="quarter" idx="16" hasCustomPrompt="1"/>
          </p:nvPr>
        </p:nvSpPr>
        <p:spPr>
          <a:xfrm>
            <a:off x="6692444" y="1515232"/>
            <a:ext cx="5019234" cy="4359693"/>
          </a:xfrm>
        </p:spPr>
        <p:txBody>
          <a:bodyPr/>
          <a:lstStyle>
            <a:lvl1pPr marL="227553" indent="-227553">
              <a:defRPr cap="none">
                <a:solidFill>
                  <a:schemeClr val="bg1"/>
                </a:solidFill>
              </a:defRPr>
            </a:lvl1pPr>
            <a:lvl2pPr marL="746125" indent="-269875">
              <a:spcBef>
                <a:spcPts val="400"/>
              </a:spcBef>
              <a:buClr>
                <a:schemeClr val="bg1"/>
              </a:buClr>
              <a:buFont typeface="Helvetica" panose="020B0604020202020204" pitchFamily="34" charset="0"/>
              <a:buChar char="‒"/>
              <a:defRPr>
                <a:solidFill>
                  <a:schemeClr val="bg1"/>
                </a:solidFill>
              </a:defRPr>
            </a:lvl2pPr>
            <a:lvl3pPr marL="1089025" indent="-161925">
              <a:spcBef>
                <a:spcPts val="400"/>
              </a:spcBef>
              <a:buClr>
                <a:schemeClr val="bg1"/>
              </a:buClr>
              <a:buFont typeface="Wingdings" panose="05000000000000000000" pitchFamily="2" charset="2"/>
              <a:buChar char="§"/>
              <a:defRPr>
                <a:solidFill>
                  <a:schemeClr val="bg1"/>
                </a:solidFill>
              </a:defRPr>
            </a:lvl3pPr>
            <a:lvl4pPr marL="956757" indent="-150288">
              <a:buClr>
                <a:schemeClr val="bg1"/>
              </a:buClr>
              <a:defRPr>
                <a:solidFill>
                  <a:schemeClr val="bg1"/>
                </a:solidFill>
              </a:defRPr>
            </a:lvl4pPr>
            <a:lvl5pPr marL="1193830" indent="-228605">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8" name="Slide Number Placeholder 10">
            <a:extLst>
              <a:ext uri="{FF2B5EF4-FFF2-40B4-BE49-F238E27FC236}">
                <a16:creationId xmlns:a16="http://schemas.microsoft.com/office/drawing/2014/main" id="{FE0BD74B-B3ED-4207-A8DD-8DADA445860A}"/>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cxnSp>
        <p:nvCxnSpPr>
          <p:cNvPr id="4" name="Straight Connector 3">
            <a:extLst>
              <a:ext uri="{FF2B5EF4-FFF2-40B4-BE49-F238E27FC236}">
                <a16:creationId xmlns:a16="http://schemas.microsoft.com/office/drawing/2014/main" id="{7949B74B-1A46-1BAB-D735-6AD41EFC0B8E}"/>
              </a:ext>
            </a:extLst>
          </p:cNvPr>
          <p:cNvCxnSpPr>
            <a:cxnSpLocks/>
          </p:cNvCxnSpPr>
          <p:nvPr userDrawn="1"/>
        </p:nvCxnSpPr>
        <p:spPr>
          <a:xfrm flipV="1">
            <a:off x="486229" y="1371601"/>
            <a:ext cx="11203962" cy="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1B0583-FF0E-FB48-8534-66AB1EC2F76F}"/>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15156978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2" pos="384">
          <p15:clr>
            <a:srgbClr val="FBAE40"/>
          </p15:clr>
        </p15:guide>
        <p15:guide id="3" pos="501">
          <p15:clr>
            <a:srgbClr val="FBAE40"/>
          </p15:clr>
        </p15:guide>
        <p15:guide id="4" pos="645">
          <p15:clr>
            <a:srgbClr val="FBAE40"/>
          </p15:clr>
        </p15:guide>
        <p15:guide id="5" pos="857">
          <p15:clr>
            <a:srgbClr val="FBAE40"/>
          </p15:clr>
        </p15:guide>
        <p15:guide id="6" pos="1085">
          <p15:clr>
            <a:srgbClr val="FBAE40"/>
          </p15:clr>
        </p15:guide>
        <p15:guide id="7" orient="horz" pos="165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_Title Only">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72D9ED33-25B5-7947-B36C-54D6E20249F2}"/>
              </a:ext>
            </a:extLst>
          </p:cNvPr>
          <p:cNvSpPr>
            <a:spLocks noGrp="1"/>
          </p:cNvSpPr>
          <p:nvPr>
            <p:ph type="sldNum" sz="quarter" idx="12"/>
          </p:nvPr>
        </p:nvSpPr>
        <p:spPr>
          <a:xfrm>
            <a:off x="85602" y="6549659"/>
            <a:ext cx="332433" cy="264408"/>
          </a:xfrm>
        </p:spPr>
        <p:txBody>
          <a:bodyPr/>
          <a:lstStyle>
            <a:lvl1pPr algn="l">
              <a:defRPr/>
            </a:lvl1pPr>
          </a:lstStyle>
          <a:p>
            <a:fld id="{13F986B8-0B67-8E4C-AE01-6F093D445F4A}" type="slidenum">
              <a:rPr lang="en-US" smtClean="0"/>
              <a:pPr/>
              <a:t>‹#›</a:t>
            </a:fld>
            <a:endParaRPr lang="en-US"/>
          </a:p>
        </p:txBody>
      </p:sp>
      <p:pic>
        <p:nvPicPr>
          <p:cNvPr id="7" name="Picture 6">
            <a:extLst>
              <a:ext uri="{FF2B5EF4-FFF2-40B4-BE49-F238E27FC236}">
                <a16:creationId xmlns:a16="http://schemas.microsoft.com/office/drawing/2014/main" id="{9CD71175-4ACF-428D-BEE5-D65B879276AF}"/>
              </a:ext>
            </a:extLst>
          </p:cNvPr>
          <p:cNvPicPr>
            <a:picLocks noChangeAspect="1"/>
          </p:cNvPicPr>
          <p:nvPr userDrawn="1"/>
        </p:nvPicPr>
        <p:blipFill>
          <a:blip r:embed="rId2"/>
          <a:srcRect/>
          <a:stretch/>
        </p:blipFill>
        <p:spPr>
          <a:xfrm>
            <a:off x="10732168" y="6252850"/>
            <a:ext cx="1140658" cy="413219"/>
          </a:xfrm>
          <a:prstGeom prst="rect">
            <a:avLst/>
          </a:prstGeom>
        </p:spPr>
      </p:pic>
      <p:sp>
        <p:nvSpPr>
          <p:cNvPr id="3" name="TextBox 2">
            <a:extLst>
              <a:ext uri="{FF2B5EF4-FFF2-40B4-BE49-F238E27FC236}">
                <a16:creationId xmlns:a16="http://schemas.microsoft.com/office/drawing/2014/main" id="{6AB5EC99-6A7B-DD05-28EE-903B9D8B8E77}"/>
              </a:ext>
            </a:extLst>
          </p:cNvPr>
          <p:cNvSpPr txBox="1"/>
          <p:nvPr userDrawn="1"/>
        </p:nvSpPr>
        <p:spPr>
          <a:xfrm>
            <a:off x="4724400" y="6681863"/>
            <a:ext cx="2743200" cy="205121"/>
          </a:xfrm>
          <a:prstGeom prst="rect">
            <a:avLst/>
          </a:prstGeom>
          <a:noFill/>
        </p:spPr>
        <p:txBody>
          <a:bodyPr wrap="square" rtlCol="0">
            <a:spAutoFit/>
          </a:bodyPr>
          <a:lstStyle/>
          <a:p>
            <a:pPr algn="ctr"/>
            <a:r>
              <a:rPr lang="en-US" sz="733">
                <a:solidFill>
                  <a:schemeClr val="tx2"/>
                </a:solidFill>
              </a:rPr>
              <a:t>CONFIDENTIAL  © Arcus Biosciences 2026</a:t>
            </a:r>
          </a:p>
        </p:txBody>
      </p:sp>
    </p:spTree>
    <p:extLst>
      <p:ext uri="{BB962C8B-B14F-4D97-AF65-F5344CB8AC3E}">
        <p14:creationId xmlns:p14="http://schemas.microsoft.com/office/powerpoint/2010/main" val="33888041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A894BD-14D4-9847-AE8B-43C93075696F}"/>
              </a:ext>
            </a:extLst>
          </p:cNvPr>
          <p:cNvPicPr>
            <a:picLocks noChangeAspect="1"/>
          </p:cNvPicPr>
          <p:nvPr userDrawn="1"/>
        </p:nvPicPr>
        <p:blipFill>
          <a:blip r:embed="rId2"/>
          <a:srcRect/>
          <a:stretch/>
        </p:blipFill>
        <p:spPr>
          <a:xfrm>
            <a:off x="3048004" y="2382074"/>
            <a:ext cx="5779906" cy="2093852"/>
          </a:xfrm>
          <a:prstGeom prst="rect">
            <a:avLst/>
          </a:prstGeom>
        </p:spPr>
      </p:pic>
      <p:sp>
        <p:nvSpPr>
          <p:cNvPr id="2" name="Rectangle 1">
            <a:extLst>
              <a:ext uri="{FF2B5EF4-FFF2-40B4-BE49-F238E27FC236}">
                <a16:creationId xmlns:a16="http://schemas.microsoft.com/office/drawing/2014/main" id="{B74033D1-678A-4065-B5C1-64F6AF971712}"/>
              </a:ext>
            </a:extLst>
          </p:cNvPr>
          <p:cNvSpPr/>
          <p:nvPr userDrawn="1"/>
        </p:nvSpPr>
        <p:spPr>
          <a:xfrm>
            <a:off x="5600054" y="6454185"/>
            <a:ext cx="1108990" cy="289303"/>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2577946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87350"/>
            <a:ext cx="9081248" cy="984251"/>
          </a:xfrm>
          <a:prstGeom prst="rect">
            <a:avLst/>
          </a:prstGeom>
        </p:spPr>
        <p:txBody>
          <a:bodyPr vert="horz" lIns="0" tIns="0" rIns="0" bIns="0" rtlCol="0" anchor="ctr" anchorCtr="0">
            <a:noAutofit/>
          </a:bodyPr>
          <a:lstStyle/>
          <a:p>
            <a:r>
              <a:rPr lang="en-US"/>
              <a:t>Click to edit Master title style</a:t>
            </a:r>
            <a:endParaRPr lang="en-GB"/>
          </a:p>
        </p:txBody>
      </p:sp>
      <p:sp>
        <p:nvSpPr>
          <p:cNvPr id="4" name="Slide Number Placeholder 3">
            <a:extLst>
              <a:ext uri="{FF2B5EF4-FFF2-40B4-BE49-F238E27FC236}">
                <a16:creationId xmlns:a16="http://schemas.microsoft.com/office/drawing/2014/main" id="{6D5FC7A8-3341-9A41-BED3-8B88B6B10D26}"/>
              </a:ext>
            </a:extLst>
          </p:cNvPr>
          <p:cNvSpPr>
            <a:spLocks noGrp="1"/>
          </p:cNvSpPr>
          <p:nvPr>
            <p:ph type="sldNum" sz="quarter" idx="4"/>
          </p:nvPr>
        </p:nvSpPr>
        <p:spPr>
          <a:xfrm>
            <a:off x="9263743" y="6439429"/>
            <a:ext cx="2743200" cy="366183"/>
          </a:xfrm>
          <a:prstGeom prst="rect">
            <a:avLst/>
          </a:prstGeom>
        </p:spPr>
        <p:txBody>
          <a:bodyPr vert="horz" lIns="91440" tIns="45720" rIns="91440" bIns="45720" rtlCol="0" anchor="ctr"/>
          <a:lstStyle>
            <a:lvl1pPr algn="r">
              <a:defRPr sz="933">
                <a:solidFill>
                  <a:schemeClr val="tx2"/>
                </a:solidFill>
              </a:defRPr>
            </a:lvl1pPr>
          </a:lstStyle>
          <a:p>
            <a:fld id="{13F986B8-0B67-8E4C-AE01-6F093D445F4A}" type="slidenum">
              <a:rPr lang="en-US" smtClean="0"/>
              <a:pPr/>
              <a:t>‹#›</a:t>
            </a:fld>
            <a:endParaRPr lang="en-US"/>
          </a:p>
        </p:txBody>
      </p:sp>
    </p:spTree>
    <p:extLst>
      <p:ext uri="{BB962C8B-B14F-4D97-AF65-F5344CB8AC3E}">
        <p14:creationId xmlns:p14="http://schemas.microsoft.com/office/powerpoint/2010/main" val="212233558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7" r:id="rId9"/>
    <p:sldLayoutId id="2147483678" r:id="rId10"/>
    <p:sldLayoutId id="2147483679" r:id="rId11"/>
    <p:sldLayoutId id="2147483680" r:id="rId12"/>
    <p:sldLayoutId id="2147483672" r:id="rId13"/>
    <p:sldLayoutId id="2147483673" r:id="rId14"/>
    <p:sldLayoutId id="2147483674" r:id="rId15"/>
    <p:sldLayoutId id="2147483675" r:id="rId16"/>
    <p:sldLayoutId id="2147483676" r:id="rId1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23" rtl="0" eaLnBrk="1" latinLnBrk="0" hangingPunct="1">
        <a:lnSpc>
          <a:spcPct val="100000"/>
        </a:lnSpc>
        <a:spcBef>
          <a:spcPct val="0"/>
        </a:spcBef>
        <a:buNone/>
        <a:defRPr sz="2667" b="1" i="0" kern="1200">
          <a:solidFill>
            <a:schemeClr val="tx2"/>
          </a:solidFill>
          <a:latin typeface="Helvetica" panose="020B0604020202020204" pitchFamily="34" charset="0"/>
          <a:ea typeface="+mj-ea"/>
          <a:cs typeface="Helvetica" panose="020B0604020202020204" pitchFamily="34" charset="0"/>
        </a:defRPr>
      </a:lvl1pPr>
    </p:titleStyle>
    <p:bodyStyle>
      <a:lvl1pPr marL="381009" indent="-381009" algn="l" defTabSz="914423" rtl="0" eaLnBrk="1" latinLnBrk="0" hangingPunct="1">
        <a:lnSpc>
          <a:spcPct val="100000"/>
        </a:lnSpc>
        <a:spcBef>
          <a:spcPts val="800"/>
        </a:spcBef>
        <a:buFont typeface="Arial" panose="020B0604020202020204" pitchFamily="34" charset="0"/>
        <a:buChar char="•"/>
        <a:defRPr sz="2400" b="1" i="0" kern="1200" cap="all" baseline="0">
          <a:solidFill>
            <a:srgbClr val="27215D"/>
          </a:solidFill>
          <a:latin typeface="Helvetica" panose="020B0604020202020204" pitchFamily="34" charset="0"/>
          <a:ea typeface="+mn-ea"/>
          <a:cs typeface="Helvetica" panose="020B0604020202020204" pitchFamily="34" charset="0"/>
        </a:defRPr>
      </a:lvl1pPr>
      <a:lvl2pPr marL="389477" indent="-381009" algn="l" defTabSz="914423" rtl="0" eaLnBrk="1" latinLnBrk="0" hangingPunct="1">
        <a:lnSpc>
          <a:spcPct val="100000"/>
        </a:lnSpc>
        <a:spcBef>
          <a:spcPts val="800"/>
        </a:spcBef>
        <a:buClr>
          <a:srgbClr val="005B96"/>
        </a:buClr>
        <a:buSzPct val="120000"/>
        <a:buFont typeface="Courier New" panose="02070309020205020404" pitchFamily="49" charset="0"/>
        <a:buChar char="o"/>
        <a:tabLst/>
        <a:defRPr sz="1867" b="0" i="0" kern="1200">
          <a:solidFill>
            <a:srgbClr val="194783"/>
          </a:solidFill>
          <a:latin typeface="Helvetica" panose="020B0604020202020204" pitchFamily="34" charset="0"/>
          <a:ea typeface="+mn-ea"/>
          <a:cs typeface="Helvetica" panose="020B0604020202020204" pitchFamily="34" charset="0"/>
        </a:defRPr>
      </a:lvl2pPr>
      <a:lvl3pPr marL="311159" indent="-152404" algn="l" defTabSz="914423" rtl="0" eaLnBrk="1" latinLnBrk="0" hangingPunct="1">
        <a:lnSpc>
          <a:spcPct val="100000"/>
        </a:lnSpc>
        <a:spcBef>
          <a:spcPts val="800"/>
        </a:spcBef>
        <a:buClr>
          <a:srgbClr val="65ABC9"/>
        </a:buClr>
        <a:buFont typeface="HGGothicE" panose="020B0909000000000000" pitchFamily="49" charset="-128"/>
        <a:buChar char="-"/>
        <a:tabLst/>
        <a:defRPr sz="1600" b="0" i="0" kern="1200">
          <a:solidFill>
            <a:srgbClr val="65ABC9"/>
          </a:solidFill>
          <a:latin typeface="Helvetica" panose="020B0604020202020204" pitchFamily="34" charset="0"/>
          <a:ea typeface="+mn-ea"/>
          <a:cs typeface="Helvetica" panose="020B0604020202020204" pitchFamily="34" charset="0"/>
        </a:defRPr>
      </a:lvl3pPr>
      <a:lvl4pPr marL="461445" indent="-150288" algn="l" defTabSz="914423" rtl="0" eaLnBrk="1" latinLnBrk="0" hangingPunct="1">
        <a:lnSpc>
          <a:spcPct val="100000"/>
        </a:lnSpc>
        <a:spcBef>
          <a:spcPts val="800"/>
        </a:spcBef>
        <a:buClr>
          <a:srgbClr val="FACA21"/>
        </a:buClr>
        <a:buFont typeface="Wingdings" panose="05000000000000000000" pitchFamily="2" charset="2"/>
        <a:buChar char="Ø"/>
        <a:tabLst/>
        <a:defRPr sz="1467" b="0" i="0" kern="1200">
          <a:solidFill>
            <a:srgbClr val="FACA21"/>
          </a:solidFill>
          <a:latin typeface="Helvetica" panose="020B0604020202020204" pitchFamily="34" charset="0"/>
          <a:ea typeface="+mn-ea"/>
          <a:cs typeface="Helvetica" panose="020B0604020202020204" pitchFamily="34" charset="0"/>
        </a:defRPr>
      </a:lvl4pPr>
      <a:lvl5pPr marL="690051" indent="-228605" algn="l" defTabSz="914423" rtl="0" eaLnBrk="1" latinLnBrk="0" hangingPunct="1">
        <a:lnSpc>
          <a:spcPct val="100000"/>
        </a:lnSpc>
        <a:spcBef>
          <a:spcPts val="800"/>
        </a:spcBef>
        <a:buClr>
          <a:srgbClr val="65ABC9"/>
        </a:buClr>
        <a:buFont typeface="Arial" panose="020B0604020202020204" pitchFamily="34" charset="0"/>
        <a:buChar char="•"/>
        <a:tabLst/>
        <a:defRPr sz="1333" b="0" i="0" kern="1200">
          <a:solidFill>
            <a:srgbClr val="000000"/>
          </a:solidFill>
          <a:latin typeface="Helvetica" panose="020B0604020202020204" pitchFamily="34" charset="0"/>
          <a:ea typeface="+mn-ea"/>
          <a:cs typeface="Helvetica" panose="020B0604020202020204" pitchFamily="34" charset="0"/>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25">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D5517A1-3CAC-91E2-3B0B-7B06638DCEDA}"/>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rcRect t="10141"/>
          <a:stretch>
            <a:fillRect/>
          </a:stretch>
        </p:blipFill>
        <p:spPr>
          <a:xfrm>
            <a:off x="5826642" y="2083982"/>
            <a:ext cx="6108815" cy="3842533"/>
          </a:xfrm>
          <a:prstGeom prst="rect">
            <a:avLst/>
          </a:prstGeom>
        </p:spPr>
      </p:pic>
      <p:sp>
        <p:nvSpPr>
          <p:cNvPr id="3" name="Title 2">
            <a:extLst>
              <a:ext uri="{FF2B5EF4-FFF2-40B4-BE49-F238E27FC236}">
                <a16:creationId xmlns:a16="http://schemas.microsoft.com/office/drawing/2014/main" id="{7AF73443-A28B-10ED-F46E-B39335AD8C28}"/>
              </a:ext>
            </a:extLst>
          </p:cNvPr>
          <p:cNvSpPr>
            <a:spLocks noGrp="1"/>
          </p:cNvSpPr>
          <p:nvPr>
            <p:ph type="title"/>
          </p:nvPr>
        </p:nvSpPr>
        <p:spPr/>
        <p:txBody>
          <a:bodyPr/>
          <a:lstStyle/>
          <a:p>
            <a:r>
              <a:rPr lang="en-US"/>
              <a:t>UMAP Showed Two Distinct Islands in Fibroblast Cells</a:t>
            </a:r>
          </a:p>
        </p:txBody>
      </p:sp>
      <p:sp>
        <p:nvSpPr>
          <p:cNvPr id="4" name="Slide Number Placeholder 3">
            <a:extLst>
              <a:ext uri="{FF2B5EF4-FFF2-40B4-BE49-F238E27FC236}">
                <a16:creationId xmlns:a16="http://schemas.microsoft.com/office/drawing/2014/main" id="{E0D537B4-2A96-71EF-5C63-0CDF265C9111}"/>
              </a:ext>
            </a:extLst>
          </p:cNvPr>
          <p:cNvSpPr>
            <a:spLocks noGrp="1"/>
          </p:cNvSpPr>
          <p:nvPr>
            <p:ph type="sldNum" sz="quarter" idx="12"/>
          </p:nvPr>
        </p:nvSpPr>
        <p:spPr/>
        <p:txBody>
          <a:bodyPr/>
          <a:lstStyle/>
          <a:p>
            <a:fld id="{13F986B8-0B67-8E4C-AE01-6F093D445F4A}" type="slidenum">
              <a:rPr lang="en-US" smtClean="0"/>
              <a:pPr/>
              <a:t>1</a:t>
            </a:fld>
            <a:endParaRPr lang="en-US"/>
          </a:p>
        </p:txBody>
      </p:sp>
      <p:pic>
        <p:nvPicPr>
          <p:cNvPr id="7" name="Picture 6">
            <a:extLst>
              <a:ext uri="{FF2B5EF4-FFF2-40B4-BE49-F238E27FC236}">
                <a16:creationId xmlns:a16="http://schemas.microsoft.com/office/drawing/2014/main" id="{6FB2BBEB-5EE2-1803-72D5-AAD33B415A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02" y="2013807"/>
            <a:ext cx="5432696" cy="4074522"/>
          </a:xfrm>
          <a:prstGeom prst="rect">
            <a:avLst/>
          </a:prstGeom>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B23A057A-DBF8-C2BE-DED5-BEABEDBF4E65}"/>
                  </a:ext>
                </a:extLst>
              </p14:cNvPr>
              <p14:cNvContentPartPr/>
              <p14:nvPr/>
            </p14:nvContentPartPr>
            <p14:xfrm>
              <a:off x="3052984" y="3902291"/>
              <a:ext cx="1212120" cy="1039320"/>
            </p14:xfrm>
          </p:contentPart>
        </mc:Choice>
        <mc:Fallback>
          <p:pic>
            <p:nvPicPr>
              <p:cNvPr id="8" name="Ink 7">
                <a:extLst>
                  <a:ext uri="{FF2B5EF4-FFF2-40B4-BE49-F238E27FC236}">
                    <a16:creationId xmlns:a16="http://schemas.microsoft.com/office/drawing/2014/main" id="{B23A057A-DBF8-C2BE-DED5-BEABEDBF4E65}"/>
                  </a:ext>
                </a:extLst>
              </p:cNvPr>
              <p:cNvPicPr/>
              <p:nvPr/>
            </p:nvPicPr>
            <p:blipFill>
              <a:blip r:embed="rId5"/>
              <a:stretch>
                <a:fillRect/>
              </a:stretch>
            </p:blipFill>
            <p:spPr>
              <a:xfrm>
                <a:off x="3046866" y="3896171"/>
                <a:ext cx="1224356" cy="1051560"/>
              </a:xfrm>
              <a:prstGeom prst="rect">
                <a:avLst/>
              </a:prstGeom>
            </p:spPr>
          </p:pic>
        </mc:Fallback>
      </mc:AlternateContent>
    </p:spTree>
    <p:extLst>
      <p:ext uri="{BB962C8B-B14F-4D97-AF65-F5344CB8AC3E}">
        <p14:creationId xmlns:p14="http://schemas.microsoft.com/office/powerpoint/2010/main" val="766549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56F377A-F803-420F-A205-A930F965AAAB}"/>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156427" y="1954430"/>
            <a:ext cx="9454866" cy="4727433"/>
          </a:xfrm>
          <a:prstGeom prst="rect">
            <a:avLst/>
          </a:prstGeom>
        </p:spPr>
      </p:pic>
      <p:sp>
        <p:nvSpPr>
          <p:cNvPr id="3" name="Title 2">
            <a:extLst>
              <a:ext uri="{FF2B5EF4-FFF2-40B4-BE49-F238E27FC236}">
                <a16:creationId xmlns:a16="http://schemas.microsoft.com/office/drawing/2014/main" id="{564E1D34-8433-5BE3-7BAE-B1814681D063}"/>
              </a:ext>
            </a:extLst>
          </p:cNvPr>
          <p:cNvSpPr>
            <a:spLocks noGrp="1"/>
          </p:cNvSpPr>
          <p:nvPr>
            <p:ph type="title"/>
          </p:nvPr>
        </p:nvSpPr>
        <p:spPr/>
        <p:txBody>
          <a:bodyPr/>
          <a:lstStyle/>
          <a:p>
            <a:r>
              <a:rPr lang="en-US"/>
              <a:t>Fib2 is Predominantly Derived from a Single Sample (CRSwNP_Eth_3)</a:t>
            </a:r>
          </a:p>
        </p:txBody>
      </p:sp>
      <p:sp>
        <p:nvSpPr>
          <p:cNvPr id="4" name="Slide Number Placeholder 3">
            <a:extLst>
              <a:ext uri="{FF2B5EF4-FFF2-40B4-BE49-F238E27FC236}">
                <a16:creationId xmlns:a16="http://schemas.microsoft.com/office/drawing/2014/main" id="{6C32A34F-9706-C386-D97B-F39EA528F9BC}"/>
              </a:ext>
            </a:extLst>
          </p:cNvPr>
          <p:cNvSpPr>
            <a:spLocks noGrp="1"/>
          </p:cNvSpPr>
          <p:nvPr>
            <p:ph type="sldNum" sz="quarter" idx="12"/>
          </p:nvPr>
        </p:nvSpPr>
        <p:spPr/>
        <p:txBody>
          <a:bodyPr/>
          <a:lstStyle/>
          <a:p>
            <a:fld id="{13F986B8-0B67-8E4C-AE01-6F093D445F4A}" type="slidenum">
              <a:rPr lang="en-US" smtClean="0"/>
              <a:pPr/>
              <a:t>2</a:t>
            </a:fld>
            <a:endParaRPr lang="en-US"/>
          </a:p>
        </p:txBody>
      </p:sp>
      <p:pic>
        <p:nvPicPr>
          <p:cNvPr id="8" name="Picture 7">
            <a:extLst>
              <a:ext uri="{FF2B5EF4-FFF2-40B4-BE49-F238E27FC236}">
                <a16:creationId xmlns:a16="http://schemas.microsoft.com/office/drawing/2014/main" id="{58A28A22-DDBC-8A30-AC6E-002CAB7EB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9775" y="1124394"/>
            <a:ext cx="4343400" cy="685800"/>
          </a:xfrm>
          <a:prstGeom prst="rect">
            <a:avLst/>
          </a:prstGeom>
        </p:spPr>
      </p:pic>
    </p:spTree>
    <p:extLst>
      <p:ext uri="{BB962C8B-B14F-4D97-AF65-F5344CB8AC3E}">
        <p14:creationId xmlns:p14="http://schemas.microsoft.com/office/powerpoint/2010/main" val="1295420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674CFE4-CE96-F490-71AB-3B92D1EF2DE1}"/>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2392326" y="1514475"/>
            <a:ext cx="7049386" cy="5169550"/>
          </a:xfrm>
          <a:prstGeom prst="rect">
            <a:avLst/>
          </a:prstGeom>
        </p:spPr>
      </p:pic>
      <p:sp>
        <p:nvSpPr>
          <p:cNvPr id="3" name="Title 2">
            <a:extLst>
              <a:ext uri="{FF2B5EF4-FFF2-40B4-BE49-F238E27FC236}">
                <a16:creationId xmlns:a16="http://schemas.microsoft.com/office/drawing/2014/main" id="{BCA9155B-ECA4-AA6B-B0E2-8256CD91F68A}"/>
              </a:ext>
            </a:extLst>
          </p:cNvPr>
          <p:cNvSpPr>
            <a:spLocks noGrp="1"/>
          </p:cNvSpPr>
          <p:nvPr>
            <p:ph type="title"/>
          </p:nvPr>
        </p:nvSpPr>
        <p:spPr/>
        <p:txBody>
          <a:bodyPr/>
          <a:lstStyle/>
          <a:p>
            <a:r>
              <a:rPr lang="en-US"/>
              <a:t>Fib2 is Characterized by Reduced Transcriptomic Complexity and Elevated Ribosomal Expression</a:t>
            </a:r>
          </a:p>
        </p:txBody>
      </p:sp>
      <p:sp>
        <p:nvSpPr>
          <p:cNvPr id="4" name="Slide Number Placeholder 3">
            <a:extLst>
              <a:ext uri="{FF2B5EF4-FFF2-40B4-BE49-F238E27FC236}">
                <a16:creationId xmlns:a16="http://schemas.microsoft.com/office/drawing/2014/main" id="{1E99AFDD-A8DE-1A64-761D-899BF312B850}"/>
              </a:ext>
            </a:extLst>
          </p:cNvPr>
          <p:cNvSpPr>
            <a:spLocks noGrp="1"/>
          </p:cNvSpPr>
          <p:nvPr>
            <p:ph type="sldNum" sz="quarter" idx="12"/>
          </p:nvPr>
        </p:nvSpPr>
        <p:spPr/>
        <p:txBody>
          <a:bodyPr/>
          <a:lstStyle/>
          <a:p>
            <a:fld id="{13F986B8-0B67-8E4C-AE01-6F093D445F4A}" type="slidenum">
              <a:rPr lang="en-US" smtClean="0"/>
              <a:pPr/>
              <a:t>3</a:t>
            </a:fld>
            <a:endParaRPr lang="en-US"/>
          </a:p>
        </p:txBody>
      </p:sp>
    </p:spTree>
    <p:extLst>
      <p:ext uri="{BB962C8B-B14F-4D97-AF65-F5344CB8AC3E}">
        <p14:creationId xmlns:p14="http://schemas.microsoft.com/office/powerpoint/2010/main" val="2544740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D18BE98-B73A-43CD-D08A-C83FAE025261}"/>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20204" y="1768585"/>
            <a:ext cx="5981472" cy="4272480"/>
          </a:xfrm>
          <a:prstGeom prst="rect">
            <a:avLst/>
          </a:prstGeom>
        </p:spPr>
      </p:pic>
      <p:sp>
        <p:nvSpPr>
          <p:cNvPr id="3" name="Title 2">
            <a:extLst>
              <a:ext uri="{FF2B5EF4-FFF2-40B4-BE49-F238E27FC236}">
                <a16:creationId xmlns:a16="http://schemas.microsoft.com/office/drawing/2014/main" id="{4AEC2894-323C-5184-CC01-7CBCC142039F}"/>
              </a:ext>
            </a:extLst>
          </p:cNvPr>
          <p:cNvSpPr>
            <a:spLocks noGrp="1"/>
          </p:cNvSpPr>
          <p:nvPr>
            <p:ph type="title"/>
          </p:nvPr>
        </p:nvSpPr>
        <p:spPr/>
        <p:txBody>
          <a:bodyPr/>
          <a:lstStyle/>
          <a:p>
            <a:r>
              <a:rPr lang="en-US"/>
              <a:t>Fib2 Exhibits a Collagen-Rich Extracellular Matrix Program</a:t>
            </a:r>
          </a:p>
        </p:txBody>
      </p:sp>
      <p:sp>
        <p:nvSpPr>
          <p:cNvPr id="4" name="Slide Number Placeholder 3">
            <a:extLst>
              <a:ext uri="{FF2B5EF4-FFF2-40B4-BE49-F238E27FC236}">
                <a16:creationId xmlns:a16="http://schemas.microsoft.com/office/drawing/2014/main" id="{8992E549-C12D-27DF-D173-CA49C85B66B7}"/>
              </a:ext>
            </a:extLst>
          </p:cNvPr>
          <p:cNvSpPr>
            <a:spLocks noGrp="1"/>
          </p:cNvSpPr>
          <p:nvPr>
            <p:ph type="sldNum" sz="quarter" idx="12"/>
          </p:nvPr>
        </p:nvSpPr>
        <p:spPr/>
        <p:txBody>
          <a:bodyPr/>
          <a:lstStyle/>
          <a:p>
            <a:fld id="{13F986B8-0B67-8E4C-AE01-6F093D445F4A}" type="slidenum">
              <a:rPr lang="en-US" smtClean="0"/>
              <a:pPr/>
              <a:t>4</a:t>
            </a:fld>
            <a:endParaRPr lang="en-US"/>
          </a:p>
        </p:txBody>
      </p:sp>
      <p:pic>
        <p:nvPicPr>
          <p:cNvPr id="8" name="Picture 7">
            <a:extLst>
              <a:ext uri="{FF2B5EF4-FFF2-40B4-BE49-F238E27FC236}">
                <a16:creationId xmlns:a16="http://schemas.microsoft.com/office/drawing/2014/main" id="{E6758A43-15C1-5834-5315-13C46A4265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9105" y="1849215"/>
            <a:ext cx="5972895" cy="3981930"/>
          </a:xfrm>
          <a:prstGeom prst="rect">
            <a:avLst/>
          </a:prstGeom>
        </p:spPr>
      </p:pic>
      <p:sp>
        <p:nvSpPr>
          <p:cNvPr id="9" name="TextBox 8">
            <a:extLst>
              <a:ext uri="{FF2B5EF4-FFF2-40B4-BE49-F238E27FC236}">
                <a16:creationId xmlns:a16="http://schemas.microsoft.com/office/drawing/2014/main" id="{9A24C1F5-E28A-D140-929D-3108AFF6A22B}"/>
              </a:ext>
            </a:extLst>
          </p:cNvPr>
          <p:cNvSpPr txBox="1"/>
          <p:nvPr/>
        </p:nvSpPr>
        <p:spPr>
          <a:xfrm>
            <a:off x="6453963" y="1544528"/>
            <a:ext cx="4345118" cy="369332"/>
          </a:xfrm>
          <a:prstGeom prst="rect">
            <a:avLst/>
          </a:prstGeom>
        </p:spPr>
        <p:txBody>
          <a:bodyPr wrap="square" rtlCol="0">
            <a:spAutoFit/>
          </a:bodyPr>
          <a:lstStyle/>
          <a:p>
            <a:pPr algn="l"/>
            <a:r>
              <a:rPr lang="en-US"/>
              <a:t>Selected terms</a:t>
            </a:r>
          </a:p>
        </p:txBody>
      </p:sp>
      <p:sp>
        <p:nvSpPr>
          <p:cNvPr id="10" name="TextBox 9">
            <a:extLst>
              <a:ext uri="{FF2B5EF4-FFF2-40B4-BE49-F238E27FC236}">
                <a16:creationId xmlns:a16="http://schemas.microsoft.com/office/drawing/2014/main" id="{61A24763-5D7E-6E55-4C03-9F5EB2E87AB8}"/>
              </a:ext>
            </a:extLst>
          </p:cNvPr>
          <p:cNvSpPr txBox="1"/>
          <p:nvPr/>
        </p:nvSpPr>
        <p:spPr>
          <a:xfrm>
            <a:off x="480322" y="5911775"/>
            <a:ext cx="9875789" cy="830997"/>
          </a:xfrm>
          <a:prstGeom prst="rect">
            <a:avLst/>
          </a:prstGeom>
        </p:spPr>
        <p:txBody>
          <a:bodyPr wrap="square" rtlCol="0">
            <a:spAutoFit/>
          </a:bodyPr>
          <a:lstStyle/>
          <a:p>
            <a:pPr algn="l"/>
            <a:r>
              <a:rPr lang="en-US" sz="1600"/>
              <a:t>Fib2 may represent a collagen-producing fibroblast state associated with tissue modeling (PRG4, KLF4), extracellular matrix organization (MFAP5, CREB3L1), and a localized inflammatory microenvironment (SAA1)</a:t>
            </a:r>
          </a:p>
        </p:txBody>
      </p:sp>
    </p:spTree>
    <p:extLst>
      <p:ext uri="{BB962C8B-B14F-4D97-AF65-F5344CB8AC3E}">
        <p14:creationId xmlns:p14="http://schemas.microsoft.com/office/powerpoint/2010/main" val="19872861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1D6BD6-C0C5-96BF-4DDD-00813DE344EB}"/>
              </a:ext>
            </a:extLst>
          </p:cNvPr>
          <p:cNvSpPr>
            <a:spLocks noGrp="1"/>
          </p:cNvSpPr>
          <p:nvPr>
            <p:ph sz="quarter" idx="10"/>
          </p:nvPr>
        </p:nvSpPr>
        <p:spPr/>
        <p:txBody>
          <a:bodyPr lIns="91440" tIns="45720" rIns="91440" bIns="45720" anchor="t"/>
          <a:lstStyle/>
          <a:p>
            <a:r>
              <a:rPr lang="en-US" sz="2000"/>
              <a:t>Fibroblasts segregated into two transcriptionally distinct populations</a:t>
            </a:r>
          </a:p>
          <a:p>
            <a:pPr lvl="1"/>
            <a:r>
              <a:rPr lang="en-US" sz="1800"/>
              <a:t>Fib1 was present across all conditions and exhibited canonical fibroblast markers</a:t>
            </a:r>
          </a:p>
          <a:p>
            <a:pPr marL="687705" lvl="1" indent="-262255"/>
            <a:r>
              <a:rPr lang="en-US" sz="1800">
                <a:latin typeface="Helvetica"/>
                <a:cs typeface="Helvetica"/>
              </a:rPr>
              <a:t>Fib2 was almost exclusively detected in a single </a:t>
            </a:r>
            <a:r>
              <a:rPr lang="en-US" sz="1800" err="1">
                <a:latin typeface="Helvetica"/>
                <a:cs typeface="Helvetica"/>
              </a:rPr>
              <a:t>CRSwNP_Eth</a:t>
            </a:r>
            <a:r>
              <a:rPr lang="en-US" sz="1800">
                <a:latin typeface="Helvetica"/>
                <a:cs typeface="Helvetica"/>
              </a:rPr>
              <a:t> sample, suggesting a sample-specific fibroblast state</a:t>
            </a:r>
          </a:p>
          <a:p>
            <a:r>
              <a:rPr lang="en-US" sz="2000"/>
              <a:t>Fib2 displays reduced transcriptomic complexity compared to Fib1</a:t>
            </a:r>
          </a:p>
          <a:p>
            <a:pPr lvl="1"/>
            <a:r>
              <a:rPr lang="en-US" sz="1800"/>
              <a:t>Fib2 showed significantly lower </a:t>
            </a:r>
            <a:r>
              <a:rPr lang="en-US" sz="1800" err="1"/>
              <a:t>nCount_RNA</a:t>
            </a:r>
            <a:r>
              <a:rPr lang="en-US" sz="1800"/>
              <a:t>, </a:t>
            </a:r>
            <a:r>
              <a:rPr lang="en-US" sz="1800" err="1"/>
              <a:t>nFeature_RNA</a:t>
            </a:r>
            <a:r>
              <a:rPr lang="en-US" sz="1800"/>
              <a:t>, </a:t>
            </a:r>
            <a:r>
              <a:rPr lang="en-US" sz="1800" err="1"/>
              <a:t>MT_pct</a:t>
            </a:r>
            <a:r>
              <a:rPr lang="en-US" sz="1800"/>
              <a:t> and elevated </a:t>
            </a:r>
            <a:r>
              <a:rPr lang="en-US" sz="1800" err="1"/>
              <a:t>Ribo_pct</a:t>
            </a:r>
            <a:endParaRPr lang="en-US" sz="1800"/>
          </a:p>
          <a:p>
            <a:pPr lvl="1"/>
            <a:r>
              <a:rPr lang="en-US" sz="1800"/>
              <a:t>But Fib2 did not show hallmarks of low-quality cells (so as the whole sample)</a:t>
            </a:r>
          </a:p>
          <a:p>
            <a:r>
              <a:rPr lang="en-US" sz="2000"/>
              <a:t>Fib2 was characterized by a collagen-rich extracellular matrix program</a:t>
            </a:r>
          </a:p>
          <a:p>
            <a:r>
              <a:rPr lang="en-US" sz="2000"/>
              <a:t>Biological significance of Fib2 remains to be determined</a:t>
            </a:r>
          </a:p>
          <a:p>
            <a:pPr lvl="1"/>
            <a:r>
              <a:rPr lang="en-US" sz="1800"/>
              <a:t>Fib2 likely represents a sample-specific, collagen-rich fibroblast state, low proliferative, PRG4+/SAA1+ status. The CRSwNP_Eth_3 sample may have captured a distinct anatomical niche, potentially enriched for areas adjacent to the basement membrane, fibrotic lesions, or tissue remodeling sites.</a:t>
            </a:r>
          </a:p>
          <a:p>
            <a:pPr lvl="1"/>
            <a:r>
              <a:rPr lang="en-US" sz="1800"/>
              <a:t>Interesting, CRSwNP_Eth_3 was also the few samples exhibiting IL13 signaling, although fibroblasts cells showed limited IL13 receptors. Taken together, Eth3 sample may harbor a unique immune niche or tissue microenvironment.</a:t>
            </a:r>
          </a:p>
        </p:txBody>
      </p:sp>
      <p:sp>
        <p:nvSpPr>
          <p:cNvPr id="3" name="Title 2">
            <a:extLst>
              <a:ext uri="{FF2B5EF4-FFF2-40B4-BE49-F238E27FC236}">
                <a16:creationId xmlns:a16="http://schemas.microsoft.com/office/drawing/2014/main" id="{C7180077-1E15-3AC6-133A-A81792415A5D}"/>
              </a:ext>
            </a:extLst>
          </p:cNvPr>
          <p:cNvSpPr>
            <a:spLocks noGrp="1"/>
          </p:cNvSpPr>
          <p:nvPr>
            <p:ph type="title"/>
          </p:nvPr>
        </p:nvSpPr>
        <p:spPr/>
        <p:txBody>
          <a:bodyPr/>
          <a:lstStyle/>
          <a:p>
            <a:r>
              <a:rPr lang="en-US"/>
              <a:t>Summary</a:t>
            </a:r>
          </a:p>
        </p:txBody>
      </p:sp>
      <p:sp>
        <p:nvSpPr>
          <p:cNvPr id="4" name="Slide Number Placeholder 3">
            <a:extLst>
              <a:ext uri="{FF2B5EF4-FFF2-40B4-BE49-F238E27FC236}">
                <a16:creationId xmlns:a16="http://schemas.microsoft.com/office/drawing/2014/main" id="{AF3FE802-0068-E582-D7B0-AFDE26166008}"/>
              </a:ext>
            </a:extLst>
          </p:cNvPr>
          <p:cNvSpPr>
            <a:spLocks noGrp="1"/>
          </p:cNvSpPr>
          <p:nvPr>
            <p:ph type="sldNum" sz="quarter" idx="12"/>
          </p:nvPr>
        </p:nvSpPr>
        <p:spPr/>
        <p:txBody>
          <a:bodyPr/>
          <a:lstStyle/>
          <a:p>
            <a:fld id="{13F986B8-0B67-8E4C-AE01-6F093D445F4A}" type="slidenum">
              <a:rPr lang="en-US" smtClean="0"/>
              <a:pPr/>
              <a:t>5</a:t>
            </a:fld>
            <a:endParaRPr lang="en-US"/>
          </a:p>
        </p:txBody>
      </p:sp>
    </p:spTree>
    <p:extLst>
      <p:ext uri="{BB962C8B-B14F-4D97-AF65-F5344CB8AC3E}">
        <p14:creationId xmlns:p14="http://schemas.microsoft.com/office/powerpoint/2010/main" val="581262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Arcus Research Presentation Template 2023">
  <a:themeElements>
    <a:clrScheme name="Custom 4">
      <a:dk1>
        <a:srgbClr val="414143"/>
      </a:dk1>
      <a:lt1>
        <a:srgbClr val="FFFFFF"/>
      </a:lt1>
      <a:dk2>
        <a:srgbClr val="272B67"/>
      </a:dk2>
      <a:lt2>
        <a:srgbClr val="F8F8F8"/>
      </a:lt2>
      <a:accent1>
        <a:srgbClr val="007C8A"/>
      </a:accent1>
      <a:accent2>
        <a:srgbClr val="C00000"/>
      </a:accent2>
      <a:accent3>
        <a:srgbClr val="FFB548"/>
      </a:accent3>
      <a:accent4>
        <a:srgbClr val="356F39"/>
      </a:accent4>
      <a:accent5>
        <a:srgbClr val="754999"/>
      </a:accent5>
      <a:accent6>
        <a:srgbClr val="002060"/>
      </a:accent6>
      <a:hlink>
        <a:srgbClr val="92D050"/>
      </a:hlink>
      <a:folHlink>
        <a:srgbClr val="00B0F0"/>
      </a:folHlink>
    </a:clrScheme>
    <a:fontScheme name="Custom 25">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28575">
          <a:solidFill>
            <a:schemeClr val="accent3"/>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bodyPr/>
      <a:lstStyle>
        <a:defPPr algn="l">
          <a:defRPr dirty="0"/>
        </a:defPPr>
      </a:lstStyle>
    </a:txDef>
  </a:objectDefaults>
  <a:extraClrSchemeLst/>
  <a:extLst>
    <a:ext uri="{05A4C25C-085E-4340-85A3-A5531E510DB2}">
      <thm15:themeFamily xmlns:thm15="http://schemas.microsoft.com/office/thememl/2012/main" name="2026 ARCUS RESEARCH TEMPLATE_SC_manual" id="{96E7A316-D848-804C-833F-9D00561E4EBF}" vid="{0F23AFE7-D42B-6944-88C4-E001D6F392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Arcus Research Presentation Template 2023</Template>
  <TotalTime>0</TotalTime>
  <Words>270</Words>
  <Application>Microsoft Macintosh PowerPoint</Application>
  <PresentationFormat>Widescreen</PresentationFormat>
  <Paragraphs>23</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HGGothicE</vt:lpstr>
      <vt:lpstr>Aptos</vt:lpstr>
      <vt:lpstr>Arial</vt:lpstr>
      <vt:lpstr>Calibri Light</vt:lpstr>
      <vt:lpstr>Courier New</vt:lpstr>
      <vt:lpstr>Helvetica</vt:lpstr>
      <vt:lpstr>Wingdings</vt:lpstr>
      <vt:lpstr>Arcus Research Presentation Template 2023</vt:lpstr>
      <vt:lpstr>UMAP Showed Two Distinct Islands in Fibroblast Cells</vt:lpstr>
      <vt:lpstr>Fib2 is Predominantly Derived from a Single Sample (CRSwNP_Eth_3)</vt:lpstr>
      <vt:lpstr>Fib2 is Characterized by Reduced Transcriptomic Complexity and Elevated Ribosomal Expression</vt:lpstr>
      <vt:lpstr>Fib2 Exhibits a Collagen-Rich Extracellular Matrix Program</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Cho (Arcus)</dc:creator>
  <cp:lastModifiedBy>Mia Zang (Arcus)</cp:lastModifiedBy>
  <cp:revision>1</cp:revision>
  <dcterms:created xsi:type="dcterms:W3CDTF">2026-06-01T19:59:45Z</dcterms:created>
  <dcterms:modified xsi:type="dcterms:W3CDTF">2026-07-29T14:36:17Z</dcterms:modified>
</cp:coreProperties>
</file>